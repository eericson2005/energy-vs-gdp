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6" r:id="rId1"/>
  </p:sldMasterIdLst>
  <p:sldIdLst>
    <p:sldId id="256" r:id="rId2"/>
    <p:sldId id="257" r:id="rId3"/>
    <p:sldId id="258" r:id="rId4"/>
    <p:sldId id="259" r:id="rId5"/>
    <p:sldId id="260"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AE5272-80E6-45D7-A0BC-5D66C120E2C4}" v="200" dt="2023-10-12T16:47:15.8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159" d="100"/>
          <a:sy n="159" d="100"/>
        </p:scale>
        <p:origin x="3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than Ericson" userId="96577932-aa52-4476-a8c3-12318db0e52b" providerId="ADAL" clId="{B6AE5272-80E6-45D7-A0BC-5D66C120E2C4}"/>
    <pc:docChg chg="undo custSel addSld delSld modSld addMainMaster delMainMaster">
      <pc:chgData name="Ethan Ericson" userId="96577932-aa52-4476-a8c3-12318db0e52b" providerId="ADAL" clId="{B6AE5272-80E6-45D7-A0BC-5D66C120E2C4}" dt="2023-10-13T15:17:40.878" v="5938" actId="20577"/>
      <pc:docMkLst>
        <pc:docMk/>
      </pc:docMkLst>
      <pc:sldChg chg="addSp delSp modSp mod setBg modClrScheme addAnim delAnim delDesignElem chgLayout">
        <pc:chgData name="Ethan Ericson" userId="96577932-aa52-4476-a8c3-12318db0e52b" providerId="ADAL" clId="{B6AE5272-80E6-45D7-A0BC-5D66C120E2C4}" dt="2023-10-12T05:10:02.575" v="5548" actId="14100"/>
        <pc:sldMkLst>
          <pc:docMk/>
          <pc:sldMk cId="2684616082" sldId="256"/>
        </pc:sldMkLst>
        <pc:spChg chg="mod">
          <ac:chgData name="Ethan Ericson" userId="96577932-aa52-4476-a8c3-12318db0e52b" providerId="ADAL" clId="{B6AE5272-80E6-45D7-A0BC-5D66C120E2C4}" dt="2023-10-11T19:31:57.063" v="2320" actId="20577"/>
          <ac:spMkLst>
            <pc:docMk/>
            <pc:sldMk cId="2684616082" sldId="256"/>
            <ac:spMk id="2" creationId="{5FA0A186-838A-72A0-AFFF-2FA3CEBE7445}"/>
          </ac:spMkLst>
        </pc:spChg>
        <pc:spChg chg="mod">
          <ac:chgData name="Ethan Ericson" userId="96577932-aa52-4476-a8c3-12318db0e52b" providerId="ADAL" clId="{B6AE5272-80E6-45D7-A0BC-5D66C120E2C4}" dt="2023-09-23T06:13:45.655" v="2105"/>
          <ac:spMkLst>
            <pc:docMk/>
            <pc:sldMk cId="2684616082" sldId="256"/>
            <ac:spMk id="3" creationId="{8A762DA9-D17C-3F9B-E9B2-020FDF29F8DA}"/>
          </ac:spMkLst>
        </pc:spChg>
        <pc:spChg chg="add del">
          <ac:chgData name="Ethan Ericson" userId="96577932-aa52-4476-a8c3-12318db0e52b" providerId="ADAL" clId="{B6AE5272-80E6-45D7-A0BC-5D66C120E2C4}" dt="2023-09-23T03:33:27.542" v="1" actId="26606"/>
          <ac:spMkLst>
            <pc:docMk/>
            <pc:sldMk cId="2684616082" sldId="256"/>
            <ac:spMk id="9" creationId="{4A42768F-95BB-478A-ADFA-24FD8097F221}"/>
          </ac:spMkLst>
        </pc:spChg>
        <pc:spChg chg="add del">
          <ac:chgData name="Ethan Ericson" userId="96577932-aa52-4476-a8c3-12318db0e52b" providerId="ADAL" clId="{B6AE5272-80E6-45D7-A0BC-5D66C120E2C4}" dt="2023-09-23T03:33:27.542" v="1" actId="26606"/>
          <ac:spMkLst>
            <pc:docMk/>
            <pc:sldMk cId="2684616082" sldId="256"/>
            <ac:spMk id="11" creationId="{13F26D5C-77E9-4A8D-95F0-1635BAD12650}"/>
          </ac:spMkLst>
        </pc:spChg>
        <pc:spChg chg="add del">
          <ac:chgData name="Ethan Ericson" userId="96577932-aa52-4476-a8c3-12318db0e52b" providerId="ADAL" clId="{B6AE5272-80E6-45D7-A0BC-5D66C120E2C4}" dt="2023-09-23T03:33:29.885" v="3" actId="26606"/>
          <ac:spMkLst>
            <pc:docMk/>
            <pc:sldMk cId="2684616082" sldId="256"/>
            <ac:spMk id="17" creationId="{06E15305-164C-44CD-9E0F-420C2DC1B32A}"/>
          </ac:spMkLst>
        </pc:spChg>
        <pc:spChg chg="add del">
          <ac:chgData name="Ethan Ericson" userId="96577932-aa52-4476-a8c3-12318db0e52b" providerId="ADAL" clId="{B6AE5272-80E6-45D7-A0BC-5D66C120E2C4}" dt="2023-09-23T03:33:29.885" v="3" actId="26606"/>
          <ac:spMkLst>
            <pc:docMk/>
            <pc:sldMk cId="2684616082" sldId="256"/>
            <ac:spMk id="18" creationId="{1D983374-3839-4F06-972D-B4C3CF238079}"/>
          </ac:spMkLst>
        </pc:spChg>
        <pc:spChg chg="add del">
          <ac:chgData name="Ethan Ericson" userId="96577932-aa52-4476-a8c3-12318db0e52b" providerId="ADAL" clId="{B6AE5272-80E6-45D7-A0BC-5D66C120E2C4}" dt="2023-09-23T03:33:29.885" v="3" actId="26606"/>
          <ac:spMkLst>
            <pc:docMk/>
            <pc:sldMk cId="2684616082" sldId="256"/>
            <ac:spMk id="20" creationId="{F1D5403D-09EC-41DB-B916-A09C0E5AEC2B}"/>
          </ac:spMkLst>
        </pc:spChg>
        <pc:spChg chg="add del">
          <ac:chgData name="Ethan Ericson" userId="96577932-aa52-4476-a8c3-12318db0e52b" providerId="ADAL" clId="{B6AE5272-80E6-45D7-A0BC-5D66C120E2C4}" dt="2023-09-23T03:33:36.564" v="5" actId="26606"/>
          <ac:spMkLst>
            <pc:docMk/>
            <pc:sldMk cId="2684616082" sldId="256"/>
            <ac:spMk id="22" creationId="{4A42768F-95BB-478A-ADFA-24FD8097F221}"/>
          </ac:spMkLst>
        </pc:spChg>
        <pc:spChg chg="add del">
          <ac:chgData name="Ethan Ericson" userId="96577932-aa52-4476-a8c3-12318db0e52b" providerId="ADAL" clId="{B6AE5272-80E6-45D7-A0BC-5D66C120E2C4}" dt="2023-09-23T03:33:36.564" v="5" actId="26606"/>
          <ac:spMkLst>
            <pc:docMk/>
            <pc:sldMk cId="2684616082" sldId="256"/>
            <ac:spMk id="24" creationId="{13F26D5C-77E9-4A8D-95F0-1635BAD12650}"/>
          </ac:spMkLst>
        </pc:spChg>
        <pc:spChg chg="add del">
          <ac:chgData name="Ethan Ericson" userId="96577932-aa52-4476-a8c3-12318db0e52b" providerId="ADAL" clId="{B6AE5272-80E6-45D7-A0BC-5D66C120E2C4}" dt="2023-09-23T03:35:13.782" v="36"/>
          <ac:spMkLst>
            <pc:docMk/>
            <pc:sldMk cId="2684616082" sldId="256"/>
            <ac:spMk id="28" creationId="{1E644DE9-8D09-43E2-BA69-F57482CFC93A}"/>
          </ac:spMkLst>
        </pc:spChg>
        <pc:spChg chg="add del">
          <ac:chgData name="Ethan Ericson" userId="96577932-aa52-4476-a8c3-12318db0e52b" providerId="ADAL" clId="{B6AE5272-80E6-45D7-A0BC-5D66C120E2C4}" dt="2023-09-23T03:35:13.782" v="36"/>
          <ac:spMkLst>
            <pc:docMk/>
            <pc:sldMk cId="2684616082" sldId="256"/>
            <ac:spMk id="29" creationId="{6C23C919-B32E-40FF-B3D8-631316E84E3E}"/>
          </ac:spMkLst>
        </pc:spChg>
        <pc:spChg chg="add del">
          <ac:chgData name="Ethan Ericson" userId="96577932-aa52-4476-a8c3-12318db0e52b" providerId="ADAL" clId="{B6AE5272-80E6-45D7-A0BC-5D66C120E2C4}" dt="2023-09-23T03:35:35.073" v="41" actId="26606"/>
          <ac:spMkLst>
            <pc:docMk/>
            <pc:sldMk cId="2684616082" sldId="256"/>
            <ac:spMk id="35" creationId="{7A675F33-98AF-4B83-A3BB-0780A23145E6}"/>
          </ac:spMkLst>
        </pc:spChg>
        <pc:spChg chg="add del">
          <ac:chgData name="Ethan Ericson" userId="96577932-aa52-4476-a8c3-12318db0e52b" providerId="ADAL" clId="{B6AE5272-80E6-45D7-A0BC-5D66C120E2C4}" dt="2023-09-23T03:35:40.534" v="45" actId="26606"/>
          <ac:spMkLst>
            <pc:docMk/>
            <pc:sldMk cId="2684616082" sldId="256"/>
            <ac:spMk id="44" creationId="{7A675F33-98AF-4B83-A3BB-0780A23145E6}"/>
          </ac:spMkLst>
        </pc:spChg>
        <pc:spChg chg="add del">
          <ac:chgData name="Ethan Ericson" userId="96577932-aa52-4476-a8c3-12318db0e52b" providerId="ADAL" clId="{B6AE5272-80E6-45D7-A0BC-5D66C120E2C4}" dt="2023-09-23T03:35:53.522" v="49" actId="26606"/>
          <ac:spMkLst>
            <pc:docMk/>
            <pc:sldMk cId="2684616082" sldId="256"/>
            <ac:spMk id="46" creationId="{1511F85B-5967-428B-BE8B-819A79813D92}"/>
          </ac:spMkLst>
        </pc:spChg>
        <pc:spChg chg="add del">
          <ac:chgData name="Ethan Ericson" userId="96577932-aa52-4476-a8c3-12318db0e52b" providerId="ADAL" clId="{B6AE5272-80E6-45D7-A0BC-5D66C120E2C4}" dt="2023-09-23T03:35:53.522" v="49" actId="26606"/>
          <ac:spMkLst>
            <pc:docMk/>
            <pc:sldMk cId="2684616082" sldId="256"/>
            <ac:spMk id="47" creationId="{28DA8D05-CF65-4382-8BF4-2A08754DB5F0}"/>
          </ac:spMkLst>
        </pc:spChg>
        <pc:spChg chg="add del">
          <ac:chgData name="Ethan Ericson" userId="96577932-aa52-4476-a8c3-12318db0e52b" providerId="ADAL" clId="{B6AE5272-80E6-45D7-A0BC-5D66C120E2C4}" dt="2023-09-23T03:42:19.151" v="91"/>
          <ac:spMkLst>
            <pc:docMk/>
            <pc:sldMk cId="2684616082" sldId="256"/>
            <ac:spMk id="50" creationId="{01E688E0-C729-4E49-9E7B-4697607DBE19}"/>
          </ac:spMkLst>
        </pc:spChg>
        <pc:grpChg chg="add del">
          <ac:chgData name="Ethan Ericson" userId="96577932-aa52-4476-a8c3-12318db0e52b" providerId="ADAL" clId="{B6AE5272-80E6-45D7-A0BC-5D66C120E2C4}" dt="2023-09-23T03:35:13.782" v="36"/>
          <ac:grpSpMkLst>
            <pc:docMk/>
            <pc:sldMk cId="2684616082" sldId="256"/>
            <ac:grpSpMk id="31" creationId="{5EDAD761-2CF4-463A-AD87-1D4E8549D7A5}"/>
          </ac:grpSpMkLst>
        </pc:grpChg>
        <pc:grpChg chg="add del">
          <ac:chgData name="Ethan Ericson" userId="96577932-aa52-4476-a8c3-12318db0e52b" providerId="ADAL" clId="{B6AE5272-80E6-45D7-A0BC-5D66C120E2C4}" dt="2023-09-23T03:35:35.073" v="41" actId="26606"/>
          <ac:grpSpMkLst>
            <pc:docMk/>
            <pc:sldMk cId="2684616082" sldId="256"/>
            <ac:grpSpMk id="37" creationId="{EA75029C-64B9-41D0-9540-75846D4B04A5}"/>
          </ac:grpSpMkLst>
        </pc:grpChg>
        <pc:grpChg chg="add del">
          <ac:chgData name="Ethan Ericson" userId="96577932-aa52-4476-a8c3-12318db0e52b" providerId="ADAL" clId="{B6AE5272-80E6-45D7-A0BC-5D66C120E2C4}" dt="2023-09-23T03:35:53.522" v="49" actId="26606"/>
          <ac:grpSpMkLst>
            <pc:docMk/>
            <pc:sldMk cId="2684616082" sldId="256"/>
            <ac:grpSpMk id="39" creationId="{E0C6252F-9468-4CFE-8A28-0DFE703FB7BC}"/>
          </ac:grpSpMkLst>
        </pc:grpChg>
        <pc:grpChg chg="add del">
          <ac:chgData name="Ethan Ericson" userId="96577932-aa52-4476-a8c3-12318db0e52b" providerId="ADAL" clId="{B6AE5272-80E6-45D7-A0BC-5D66C120E2C4}" dt="2023-09-23T03:42:19.151" v="91"/>
          <ac:grpSpMkLst>
            <pc:docMk/>
            <pc:sldMk cId="2684616082" sldId="256"/>
            <ac:grpSpMk id="51" creationId="{AAD89D74-79DD-4BE2-AA8C-8672382F2520}"/>
          </ac:grpSpMkLst>
        </pc:grpChg>
        <pc:picChg chg="add del">
          <ac:chgData name="Ethan Ericson" userId="96577932-aa52-4476-a8c3-12318db0e52b" providerId="ADAL" clId="{B6AE5272-80E6-45D7-A0BC-5D66C120E2C4}" dt="2023-09-23T03:33:27.542" v="1" actId="26606"/>
          <ac:picMkLst>
            <pc:docMk/>
            <pc:sldMk cId="2684616082" sldId="256"/>
            <ac:picMk id="4" creationId="{96C9557D-C35F-422D-D99F-E323D2C85A96}"/>
          </ac:picMkLst>
        </pc:picChg>
        <pc:picChg chg="add del">
          <ac:chgData name="Ethan Ericson" userId="96577932-aa52-4476-a8c3-12318db0e52b" providerId="ADAL" clId="{B6AE5272-80E6-45D7-A0BC-5D66C120E2C4}" dt="2023-09-23T03:33:29.885" v="3" actId="26606"/>
          <ac:picMkLst>
            <pc:docMk/>
            <pc:sldMk cId="2684616082" sldId="256"/>
            <ac:picMk id="19" creationId="{5660DD8D-CF57-F6C4-0D16-C705FBB148EC}"/>
          </ac:picMkLst>
        </pc:picChg>
        <pc:picChg chg="add del">
          <ac:chgData name="Ethan Ericson" userId="96577932-aa52-4476-a8c3-12318db0e52b" providerId="ADAL" clId="{B6AE5272-80E6-45D7-A0BC-5D66C120E2C4}" dt="2023-09-23T03:33:36.564" v="5" actId="26606"/>
          <ac:picMkLst>
            <pc:docMk/>
            <pc:sldMk cId="2684616082" sldId="256"/>
            <ac:picMk id="23" creationId="{96C9557D-C35F-422D-D99F-E323D2C85A96}"/>
          </ac:picMkLst>
        </pc:picChg>
        <pc:picChg chg="add mod">
          <ac:chgData name="Ethan Ericson" userId="96577932-aa52-4476-a8c3-12318db0e52b" providerId="ADAL" clId="{B6AE5272-80E6-45D7-A0BC-5D66C120E2C4}" dt="2023-10-12T05:10:02.575" v="5548" actId="14100"/>
          <ac:picMkLst>
            <pc:docMk/>
            <pc:sldMk cId="2684616082" sldId="256"/>
            <ac:picMk id="30" creationId="{57C60750-2EF1-2A1B-242A-C459D9AFAE6B}"/>
          </ac:picMkLst>
        </pc:picChg>
        <pc:cxnChg chg="add del">
          <ac:chgData name="Ethan Ericson" userId="96577932-aa52-4476-a8c3-12318db0e52b" providerId="ADAL" clId="{B6AE5272-80E6-45D7-A0BC-5D66C120E2C4}" dt="2023-09-23T03:33:27.542" v="1" actId="26606"/>
          <ac:cxnSpMkLst>
            <pc:docMk/>
            <pc:sldMk cId="2684616082" sldId="256"/>
            <ac:cxnSpMk id="13" creationId="{0632DC5A-0728-490F-8655-6B437782704C}"/>
          </ac:cxnSpMkLst>
        </pc:cxnChg>
        <pc:cxnChg chg="add del">
          <ac:chgData name="Ethan Ericson" userId="96577932-aa52-4476-a8c3-12318db0e52b" providerId="ADAL" clId="{B6AE5272-80E6-45D7-A0BC-5D66C120E2C4}" dt="2023-09-23T03:33:27.542" v="1" actId="26606"/>
          <ac:cxnSpMkLst>
            <pc:docMk/>
            <pc:sldMk cId="2684616082" sldId="256"/>
            <ac:cxnSpMk id="15" creationId="{28BB1F6D-CF9C-422D-9324-C46415BB9D7D}"/>
          </ac:cxnSpMkLst>
        </pc:cxnChg>
        <pc:cxnChg chg="add del">
          <ac:chgData name="Ethan Ericson" userId="96577932-aa52-4476-a8c3-12318db0e52b" providerId="ADAL" clId="{B6AE5272-80E6-45D7-A0BC-5D66C120E2C4}" dt="2023-09-23T03:33:36.564" v="5" actId="26606"/>
          <ac:cxnSpMkLst>
            <pc:docMk/>
            <pc:sldMk cId="2684616082" sldId="256"/>
            <ac:cxnSpMk id="25" creationId="{0632DC5A-0728-490F-8655-6B437782704C}"/>
          </ac:cxnSpMkLst>
        </pc:cxnChg>
        <pc:cxnChg chg="add del">
          <ac:chgData name="Ethan Ericson" userId="96577932-aa52-4476-a8c3-12318db0e52b" providerId="ADAL" clId="{B6AE5272-80E6-45D7-A0BC-5D66C120E2C4}" dt="2023-09-23T03:33:36.564" v="5" actId="26606"/>
          <ac:cxnSpMkLst>
            <pc:docMk/>
            <pc:sldMk cId="2684616082" sldId="256"/>
            <ac:cxnSpMk id="26" creationId="{28BB1F6D-CF9C-422D-9324-C46415BB9D7D}"/>
          </ac:cxnSpMkLst>
        </pc:cxnChg>
      </pc:sldChg>
      <pc:sldChg chg="addSp delSp modSp new mod setBg delDesignElem">
        <pc:chgData name="Ethan Ericson" userId="96577932-aa52-4476-a8c3-12318db0e52b" providerId="ADAL" clId="{B6AE5272-80E6-45D7-A0BC-5D66C120E2C4}" dt="2023-10-12T05:37:31.107" v="5895" actId="1076"/>
        <pc:sldMkLst>
          <pc:docMk/>
          <pc:sldMk cId="3605817583" sldId="257"/>
        </pc:sldMkLst>
        <pc:spChg chg="mod">
          <ac:chgData name="Ethan Ericson" userId="96577932-aa52-4476-a8c3-12318db0e52b" providerId="ADAL" clId="{B6AE5272-80E6-45D7-A0BC-5D66C120E2C4}" dt="2023-09-23T03:44:55.114" v="130" actId="20577"/>
          <ac:spMkLst>
            <pc:docMk/>
            <pc:sldMk cId="3605817583" sldId="257"/>
            <ac:spMk id="2" creationId="{89B3AD4C-5355-71FD-14F7-673423EDC0CC}"/>
          </ac:spMkLst>
        </pc:spChg>
        <pc:spChg chg="add del mod">
          <ac:chgData name="Ethan Ericson" userId="96577932-aa52-4476-a8c3-12318db0e52b" providerId="ADAL" clId="{B6AE5272-80E6-45D7-A0BC-5D66C120E2C4}" dt="2023-09-23T03:35:23.160" v="39" actId="26606"/>
          <ac:spMkLst>
            <pc:docMk/>
            <pc:sldMk cId="3605817583" sldId="257"/>
            <ac:spMk id="3" creationId="{AE152E5F-3DBA-1F25-DBB4-1A5F6D3AD7FC}"/>
          </ac:spMkLst>
        </pc:spChg>
        <pc:spChg chg="add del mod">
          <ac:chgData name="Ethan Ericson" userId="96577932-aa52-4476-a8c3-12318db0e52b" providerId="ADAL" clId="{B6AE5272-80E6-45D7-A0BC-5D66C120E2C4}" dt="2023-09-23T04:21:27.324" v="219" actId="767"/>
          <ac:spMkLst>
            <pc:docMk/>
            <pc:sldMk cId="3605817583" sldId="257"/>
            <ac:spMk id="4" creationId="{6FCB4584-D089-5546-61DE-B98D815058B0}"/>
          </ac:spMkLst>
        </pc:spChg>
        <pc:spChg chg="add del">
          <ac:chgData name="Ethan Ericson" userId="96577932-aa52-4476-a8c3-12318db0e52b" providerId="ADAL" clId="{B6AE5272-80E6-45D7-A0BC-5D66C120E2C4}" dt="2023-09-23T03:35:23.149" v="38" actId="26606"/>
          <ac:spMkLst>
            <pc:docMk/>
            <pc:sldMk cId="3605817583" sldId="257"/>
            <ac:spMk id="18" creationId="{4609862E-48F9-45AC-8D44-67A0268A7935}"/>
          </ac:spMkLst>
        </pc:spChg>
        <pc:spChg chg="add del">
          <ac:chgData name="Ethan Ericson" userId="96577932-aa52-4476-a8c3-12318db0e52b" providerId="ADAL" clId="{B6AE5272-80E6-45D7-A0BC-5D66C120E2C4}" dt="2023-09-23T03:42:19.151" v="91"/>
          <ac:spMkLst>
            <pc:docMk/>
            <pc:sldMk cId="3605817583" sldId="257"/>
            <ac:spMk id="27" creationId="{CADF2543-1B6F-4FBC-A7AF-53A0430E05AB}"/>
          </ac:spMkLst>
        </pc:spChg>
        <pc:spChg chg="add del mod">
          <ac:chgData name="Ethan Ericson" userId="96577932-aa52-4476-a8c3-12318db0e52b" providerId="ADAL" clId="{B6AE5272-80E6-45D7-A0BC-5D66C120E2C4}" dt="2023-10-11T19:44:52.071" v="2345" actId="20577"/>
          <ac:spMkLst>
            <pc:docMk/>
            <pc:sldMk cId="3605817583" sldId="257"/>
            <ac:spMk id="31" creationId="{AE152E5F-3DBA-1F25-DBB4-1A5F6D3AD7FC}"/>
          </ac:spMkLst>
        </pc:spChg>
        <pc:grpChg chg="add del">
          <ac:chgData name="Ethan Ericson" userId="96577932-aa52-4476-a8c3-12318db0e52b" providerId="ADAL" clId="{B6AE5272-80E6-45D7-A0BC-5D66C120E2C4}" dt="2023-09-23T03:35:23.149" v="38" actId="26606"/>
          <ac:grpSpMkLst>
            <pc:docMk/>
            <pc:sldMk cId="3605817583" sldId="257"/>
            <ac:grpSpMk id="20" creationId="{C97986E7-0E3C-4F64-886E-935DDCB83AA7}"/>
          </ac:grpSpMkLst>
        </pc:grpChg>
        <pc:grpChg chg="add del">
          <ac:chgData name="Ethan Ericson" userId="96577932-aa52-4476-a8c3-12318db0e52b" providerId="ADAL" clId="{B6AE5272-80E6-45D7-A0BC-5D66C120E2C4}" dt="2023-09-23T03:42:19.151" v="91"/>
          <ac:grpSpMkLst>
            <pc:docMk/>
            <pc:sldMk cId="3605817583" sldId="257"/>
            <ac:grpSpMk id="28" creationId="{A80A6E81-6B71-43DF-877B-E964A9A4CB68}"/>
          </ac:grpSpMkLst>
        </pc:grpChg>
        <pc:picChg chg="add del mod">
          <ac:chgData name="Ethan Ericson" userId="96577932-aa52-4476-a8c3-12318db0e52b" providerId="ADAL" clId="{B6AE5272-80E6-45D7-A0BC-5D66C120E2C4}" dt="2023-09-23T04:28:29.163" v="893" actId="478"/>
          <ac:picMkLst>
            <pc:docMk/>
            <pc:sldMk cId="3605817583" sldId="257"/>
            <ac:picMk id="6" creationId="{811A6C9E-426E-BA3E-F7AA-9F07C474AC98}"/>
          </ac:picMkLst>
        </pc:picChg>
        <pc:picChg chg="add mod">
          <ac:chgData name="Ethan Ericson" userId="96577932-aa52-4476-a8c3-12318db0e52b" providerId="ADAL" clId="{B6AE5272-80E6-45D7-A0BC-5D66C120E2C4}" dt="2023-10-12T05:37:31.107" v="5895" actId="1076"/>
          <ac:picMkLst>
            <pc:docMk/>
            <pc:sldMk cId="3605817583" sldId="257"/>
            <ac:picMk id="9" creationId="{65F587E7-36DE-4C91-7F93-42ABF809971B}"/>
          </ac:picMkLst>
        </pc:picChg>
        <pc:picChg chg="add mod">
          <ac:chgData name="Ethan Ericson" userId="96577932-aa52-4476-a8c3-12318db0e52b" providerId="ADAL" clId="{B6AE5272-80E6-45D7-A0BC-5D66C120E2C4}" dt="2023-09-23T04:37:33.758" v="928" actId="1076"/>
          <ac:picMkLst>
            <pc:docMk/>
            <pc:sldMk cId="3605817583" sldId="257"/>
            <ac:picMk id="19" creationId="{724EA193-DDD5-51DE-E229-3AA59068E42E}"/>
          </ac:picMkLst>
        </pc:picChg>
        <pc:cxnChg chg="add del">
          <ac:chgData name="Ethan Ericson" userId="96577932-aa52-4476-a8c3-12318db0e52b" providerId="ADAL" clId="{B6AE5272-80E6-45D7-A0BC-5D66C120E2C4}" dt="2023-09-23T03:35:23.149" v="38" actId="26606"/>
          <ac:cxnSpMkLst>
            <pc:docMk/>
            <pc:sldMk cId="3605817583" sldId="257"/>
            <ac:cxnSpMk id="8" creationId="{FEB90296-CFE0-401D-9CA3-32966EC4F01D}"/>
          </ac:cxnSpMkLst>
        </pc:cxnChg>
        <pc:cxnChg chg="add del">
          <ac:chgData name="Ethan Ericson" userId="96577932-aa52-4476-a8c3-12318db0e52b" providerId="ADAL" clId="{B6AE5272-80E6-45D7-A0BC-5D66C120E2C4}" dt="2023-09-23T03:35:23.149" v="38" actId="26606"/>
          <ac:cxnSpMkLst>
            <pc:docMk/>
            <pc:sldMk cId="3605817583" sldId="257"/>
            <ac:cxnSpMk id="10" creationId="{08C9B4EE-7611-4ED9-B356-7BDD377C39B0}"/>
          </ac:cxnSpMkLst>
        </pc:cxnChg>
        <pc:cxnChg chg="add del">
          <ac:chgData name="Ethan Ericson" userId="96577932-aa52-4476-a8c3-12318db0e52b" providerId="ADAL" clId="{B6AE5272-80E6-45D7-A0BC-5D66C120E2C4}" dt="2023-09-23T03:35:23.149" v="38" actId="26606"/>
          <ac:cxnSpMkLst>
            <pc:docMk/>
            <pc:sldMk cId="3605817583" sldId="257"/>
            <ac:cxnSpMk id="12" creationId="{4A4F266A-F2F7-47CD-8BBC-E3777E982FD2}"/>
          </ac:cxnSpMkLst>
        </pc:cxnChg>
        <pc:cxnChg chg="add del">
          <ac:chgData name="Ethan Ericson" userId="96577932-aa52-4476-a8c3-12318db0e52b" providerId="ADAL" clId="{B6AE5272-80E6-45D7-A0BC-5D66C120E2C4}" dt="2023-09-23T03:35:23.149" v="38" actId="26606"/>
          <ac:cxnSpMkLst>
            <pc:docMk/>
            <pc:sldMk cId="3605817583" sldId="257"/>
            <ac:cxnSpMk id="14" creationId="{20D69C80-8919-4A32-B897-F2A21F940574}"/>
          </ac:cxnSpMkLst>
        </pc:cxnChg>
        <pc:cxnChg chg="add del">
          <ac:chgData name="Ethan Ericson" userId="96577932-aa52-4476-a8c3-12318db0e52b" providerId="ADAL" clId="{B6AE5272-80E6-45D7-A0BC-5D66C120E2C4}" dt="2023-09-23T03:35:23.149" v="38" actId="26606"/>
          <ac:cxnSpMkLst>
            <pc:docMk/>
            <pc:sldMk cId="3605817583" sldId="257"/>
            <ac:cxnSpMk id="16" creationId="{F427B072-CC5B-481B-9719-8CD4C54444BE}"/>
          </ac:cxnSpMkLst>
        </pc:cxnChg>
      </pc:sldChg>
      <pc:sldChg chg="addSp delSp modSp add mod setBg delDesignElem">
        <pc:chgData name="Ethan Ericson" userId="96577932-aa52-4476-a8c3-12318db0e52b" providerId="ADAL" clId="{B6AE5272-80E6-45D7-A0BC-5D66C120E2C4}" dt="2023-10-12T05:39:13.277" v="5918" actId="1367"/>
        <pc:sldMkLst>
          <pc:docMk/>
          <pc:sldMk cId="121003611" sldId="258"/>
        </pc:sldMkLst>
        <pc:spChg chg="mod">
          <ac:chgData name="Ethan Ericson" userId="96577932-aa52-4476-a8c3-12318db0e52b" providerId="ADAL" clId="{B6AE5272-80E6-45D7-A0BC-5D66C120E2C4}" dt="2023-09-23T04:38:19.379" v="943" actId="20577"/>
          <ac:spMkLst>
            <pc:docMk/>
            <pc:sldMk cId="121003611" sldId="258"/>
            <ac:spMk id="2" creationId="{89B3AD4C-5355-71FD-14F7-673423EDC0CC}"/>
          </ac:spMkLst>
        </pc:spChg>
        <pc:spChg chg="del">
          <ac:chgData name="Ethan Ericson" userId="96577932-aa52-4476-a8c3-12318db0e52b" providerId="ADAL" clId="{B6AE5272-80E6-45D7-A0BC-5D66C120E2C4}" dt="2023-09-23T03:41:51.247" v="88"/>
          <ac:spMkLst>
            <pc:docMk/>
            <pc:sldMk cId="121003611" sldId="258"/>
            <ac:spMk id="27" creationId="{CADF2543-1B6F-4FBC-A7AF-53A0430E05AB}"/>
          </ac:spMkLst>
        </pc:spChg>
        <pc:spChg chg="mod">
          <ac:chgData name="Ethan Ericson" userId="96577932-aa52-4476-a8c3-12318db0e52b" providerId="ADAL" clId="{B6AE5272-80E6-45D7-A0BC-5D66C120E2C4}" dt="2023-09-23T05:41:50.125" v="1111" actId="20577"/>
          <ac:spMkLst>
            <pc:docMk/>
            <pc:sldMk cId="121003611" sldId="258"/>
            <ac:spMk id="31" creationId="{AE152E5F-3DBA-1F25-DBB4-1A5F6D3AD7FC}"/>
          </ac:spMkLst>
        </pc:spChg>
        <pc:spChg chg="add del">
          <ac:chgData name="Ethan Ericson" userId="96577932-aa52-4476-a8c3-12318db0e52b" providerId="ADAL" clId="{B6AE5272-80E6-45D7-A0BC-5D66C120E2C4}" dt="2023-09-23T03:43:27.461" v="95"/>
          <ac:spMkLst>
            <pc:docMk/>
            <pc:sldMk cId="121003611" sldId="258"/>
            <ac:spMk id="36" creationId="{CADF2543-1B6F-4FBC-A7AF-53A0430E05AB}"/>
          </ac:spMkLst>
        </pc:spChg>
        <pc:grpChg chg="del">
          <ac:chgData name="Ethan Ericson" userId="96577932-aa52-4476-a8c3-12318db0e52b" providerId="ADAL" clId="{B6AE5272-80E6-45D7-A0BC-5D66C120E2C4}" dt="2023-09-23T03:41:51.247" v="88"/>
          <ac:grpSpMkLst>
            <pc:docMk/>
            <pc:sldMk cId="121003611" sldId="258"/>
            <ac:grpSpMk id="28" creationId="{A80A6E81-6B71-43DF-877B-E964A9A4CB68}"/>
          </ac:grpSpMkLst>
        </pc:grpChg>
        <pc:grpChg chg="add del">
          <ac:chgData name="Ethan Ericson" userId="96577932-aa52-4476-a8c3-12318db0e52b" providerId="ADAL" clId="{B6AE5272-80E6-45D7-A0BC-5D66C120E2C4}" dt="2023-09-23T03:43:27.461" v="95"/>
          <ac:grpSpMkLst>
            <pc:docMk/>
            <pc:sldMk cId="121003611" sldId="258"/>
            <ac:grpSpMk id="38" creationId="{A80A6E81-6B71-43DF-877B-E964A9A4CB68}"/>
          </ac:grpSpMkLst>
        </pc:grpChg>
        <pc:picChg chg="add mod">
          <ac:chgData name="Ethan Ericson" userId="96577932-aa52-4476-a8c3-12318db0e52b" providerId="ADAL" clId="{B6AE5272-80E6-45D7-A0BC-5D66C120E2C4}" dt="2023-10-12T05:39:13.277" v="5918" actId="1367"/>
          <ac:picMkLst>
            <pc:docMk/>
            <pc:sldMk cId="121003611" sldId="258"/>
            <ac:picMk id="4" creationId="{BC714B68-F94E-C685-84D9-1351DDD9068D}"/>
          </ac:picMkLst>
        </pc:picChg>
      </pc:sldChg>
      <pc:sldChg chg="delSp add del setBg delDesignElem">
        <pc:chgData name="Ethan Ericson" userId="96577932-aa52-4476-a8c3-12318db0e52b" providerId="ADAL" clId="{B6AE5272-80E6-45D7-A0BC-5D66C120E2C4}" dt="2023-09-23T03:41:48.243" v="86" actId="47"/>
        <pc:sldMkLst>
          <pc:docMk/>
          <pc:sldMk cId="536701968" sldId="258"/>
        </pc:sldMkLst>
        <pc:spChg chg="del">
          <ac:chgData name="Ethan Ericson" userId="96577932-aa52-4476-a8c3-12318db0e52b" providerId="ADAL" clId="{B6AE5272-80E6-45D7-A0BC-5D66C120E2C4}" dt="2023-09-23T03:41:43.933" v="85"/>
          <ac:spMkLst>
            <pc:docMk/>
            <pc:sldMk cId="536701968" sldId="258"/>
            <ac:spMk id="27" creationId="{CADF2543-1B6F-4FBC-A7AF-53A0430E05AB}"/>
          </ac:spMkLst>
        </pc:spChg>
        <pc:grpChg chg="del">
          <ac:chgData name="Ethan Ericson" userId="96577932-aa52-4476-a8c3-12318db0e52b" providerId="ADAL" clId="{B6AE5272-80E6-45D7-A0BC-5D66C120E2C4}" dt="2023-09-23T03:41:43.933" v="85"/>
          <ac:grpSpMkLst>
            <pc:docMk/>
            <pc:sldMk cId="536701968" sldId="258"/>
            <ac:grpSpMk id="28" creationId="{A80A6E81-6B71-43DF-877B-E964A9A4CB68}"/>
          </ac:grpSpMkLst>
        </pc:grpChg>
      </pc:sldChg>
      <pc:sldChg chg="new del">
        <pc:chgData name="Ethan Ericson" userId="96577932-aa52-4476-a8c3-12318db0e52b" providerId="ADAL" clId="{B6AE5272-80E6-45D7-A0BC-5D66C120E2C4}" dt="2023-09-23T03:41:32.919" v="83" actId="2696"/>
        <pc:sldMkLst>
          <pc:docMk/>
          <pc:sldMk cId="1573274693" sldId="258"/>
        </pc:sldMkLst>
      </pc:sldChg>
      <pc:sldChg chg="new del">
        <pc:chgData name="Ethan Ericson" userId="96577932-aa52-4476-a8c3-12318db0e52b" providerId="ADAL" clId="{B6AE5272-80E6-45D7-A0BC-5D66C120E2C4}" dt="2023-09-23T03:41:31.209" v="82" actId="2696"/>
        <pc:sldMkLst>
          <pc:docMk/>
          <pc:sldMk cId="737615553" sldId="259"/>
        </pc:sldMkLst>
      </pc:sldChg>
      <pc:sldChg chg="addSp delSp modSp new mod setBg delDesignElem">
        <pc:chgData name="Ethan Ericson" userId="96577932-aa52-4476-a8c3-12318db0e52b" providerId="ADAL" clId="{B6AE5272-80E6-45D7-A0BC-5D66C120E2C4}" dt="2023-10-12T05:35:21.849" v="5878" actId="1076"/>
        <pc:sldMkLst>
          <pc:docMk/>
          <pc:sldMk cId="834526026" sldId="259"/>
        </pc:sldMkLst>
        <pc:spChg chg="mod">
          <ac:chgData name="Ethan Ericson" userId="96577932-aa52-4476-a8c3-12318db0e52b" providerId="ADAL" clId="{B6AE5272-80E6-45D7-A0BC-5D66C120E2C4}" dt="2023-10-05T22:32:48.704" v="2130" actId="20577"/>
          <ac:spMkLst>
            <pc:docMk/>
            <pc:sldMk cId="834526026" sldId="259"/>
            <ac:spMk id="2" creationId="{1C56A571-8937-F9D0-34BD-F5920917A72F}"/>
          </ac:spMkLst>
        </pc:spChg>
        <pc:spChg chg="add del mod">
          <ac:chgData name="Ethan Ericson" userId="96577932-aa52-4476-a8c3-12318db0e52b" providerId="ADAL" clId="{B6AE5272-80E6-45D7-A0BC-5D66C120E2C4}" dt="2023-09-23T03:44:10.595" v="103" actId="26606"/>
          <ac:spMkLst>
            <pc:docMk/>
            <pc:sldMk cId="834526026" sldId="259"/>
            <ac:spMk id="3" creationId="{A0C85C05-B33C-25DE-0C78-CD0293EAB187}"/>
          </ac:spMkLst>
        </pc:spChg>
        <pc:spChg chg="add del">
          <ac:chgData name="Ethan Ericson" userId="96577932-aa52-4476-a8c3-12318db0e52b" providerId="ADAL" clId="{B6AE5272-80E6-45D7-A0BC-5D66C120E2C4}" dt="2023-09-23T03:43:46.088" v="98" actId="26606"/>
          <ac:spMkLst>
            <pc:docMk/>
            <pc:sldMk cId="834526026" sldId="259"/>
            <ac:spMk id="8" creationId="{CADF2543-1B6F-4FBC-A7AF-53A0430E05AB}"/>
          </ac:spMkLst>
        </pc:spChg>
        <pc:spChg chg="add del">
          <ac:chgData name="Ethan Ericson" userId="96577932-aa52-4476-a8c3-12318db0e52b" providerId="ADAL" clId="{B6AE5272-80E6-45D7-A0BC-5D66C120E2C4}" dt="2023-09-23T03:44:10.595" v="103" actId="26606"/>
          <ac:spMkLst>
            <pc:docMk/>
            <pc:sldMk cId="834526026" sldId="259"/>
            <ac:spMk id="20" creationId="{CADF2543-1B6F-4FBC-A7AF-53A0430E05AB}"/>
          </ac:spMkLst>
        </pc:spChg>
        <pc:spChg chg="add del">
          <ac:chgData name="Ethan Ericson" userId="96577932-aa52-4476-a8c3-12318db0e52b" providerId="ADAL" clId="{B6AE5272-80E6-45D7-A0BC-5D66C120E2C4}" dt="2023-09-23T03:44:09.558" v="100" actId="26606"/>
          <ac:spMkLst>
            <pc:docMk/>
            <pc:sldMk cId="834526026" sldId="259"/>
            <ac:spMk id="32" creationId="{CADF2543-1B6F-4FBC-A7AF-53A0430E05AB}"/>
          </ac:spMkLst>
        </pc:spChg>
        <pc:spChg chg="add del">
          <ac:chgData name="Ethan Ericson" userId="96577932-aa52-4476-a8c3-12318db0e52b" providerId="ADAL" clId="{B6AE5272-80E6-45D7-A0BC-5D66C120E2C4}" dt="2023-09-23T03:44:10.591" v="102" actId="26606"/>
          <ac:spMkLst>
            <pc:docMk/>
            <pc:sldMk cId="834526026" sldId="259"/>
            <ac:spMk id="42" creationId="{4609862E-48F9-45AC-8D44-67A0268A7935}"/>
          </ac:spMkLst>
        </pc:spChg>
        <pc:spChg chg="add del">
          <ac:chgData name="Ethan Ericson" userId="96577932-aa52-4476-a8c3-12318db0e52b" providerId="ADAL" clId="{B6AE5272-80E6-45D7-A0BC-5D66C120E2C4}" dt="2023-09-23T03:44:13.749" v="105"/>
          <ac:spMkLst>
            <pc:docMk/>
            <pc:sldMk cId="834526026" sldId="259"/>
            <ac:spMk id="51" creationId="{CADF2543-1B6F-4FBC-A7AF-53A0430E05AB}"/>
          </ac:spMkLst>
        </pc:spChg>
        <pc:spChg chg="add mod">
          <ac:chgData name="Ethan Ericson" userId="96577932-aa52-4476-a8c3-12318db0e52b" providerId="ADAL" clId="{B6AE5272-80E6-45D7-A0BC-5D66C120E2C4}" dt="2023-09-23T06:13:45.655" v="2105"/>
          <ac:spMkLst>
            <pc:docMk/>
            <pc:sldMk cId="834526026" sldId="259"/>
            <ac:spMk id="55" creationId="{A0C85C05-B33C-25DE-0C78-CD0293EAB187}"/>
          </ac:spMkLst>
        </pc:spChg>
        <pc:grpChg chg="add del">
          <ac:chgData name="Ethan Ericson" userId="96577932-aa52-4476-a8c3-12318db0e52b" providerId="ADAL" clId="{B6AE5272-80E6-45D7-A0BC-5D66C120E2C4}" dt="2023-09-23T03:43:46.088" v="98" actId="26606"/>
          <ac:grpSpMkLst>
            <pc:docMk/>
            <pc:sldMk cId="834526026" sldId="259"/>
            <ac:grpSpMk id="10" creationId="{A80A6E81-6B71-43DF-877B-E964A9A4CB68}"/>
          </ac:grpSpMkLst>
        </pc:grpChg>
        <pc:grpChg chg="add del">
          <ac:chgData name="Ethan Ericson" userId="96577932-aa52-4476-a8c3-12318db0e52b" providerId="ADAL" clId="{B6AE5272-80E6-45D7-A0BC-5D66C120E2C4}" dt="2023-09-23T03:44:10.595" v="103" actId="26606"/>
          <ac:grpSpMkLst>
            <pc:docMk/>
            <pc:sldMk cId="834526026" sldId="259"/>
            <ac:grpSpMk id="22" creationId="{A80A6E81-6B71-43DF-877B-E964A9A4CB68}"/>
          </ac:grpSpMkLst>
        </pc:grpChg>
        <pc:grpChg chg="add del">
          <ac:chgData name="Ethan Ericson" userId="96577932-aa52-4476-a8c3-12318db0e52b" providerId="ADAL" clId="{B6AE5272-80E6-45D7-A0BC-5D66C120E2C4}" dt="2023-09-23T03:44:09.558" v="100" actId="26606"/>
          <ac:grpSpMkLst>
            <pc:docMk/>
            <pc:sldMk cId="834526026" sldId="259"/>
            <ac:grpSpMk id="34" creationId="{A80A6E81-6B71-43DF-877B-E964A9A4CB68}"/>
          </ac:grpSpMkLst>
        </pc:grpChg>
        <pc:grpChg chg="add del">
          <ac:chgData name="Ethan Ericson" userId="96577932-aa52-4476-a8c3-12318db0e52b" providerId="ADAL" clId="{B6AE5272-80E6-45D7-A0BC-5D66C120E2C4}" dt="2023-09-23T03:44:10.591" v="102" actId="26606"/>
          <ac:grpSpMkLst>
            <pc:docMk/>
            <pc:sldMk cId="834526026" sldId="259"/>
            <ac:grpSpMk id="44" creationId="{C97986E7-0E3C-4F64-886E-935DDCB83AA7}"/>
          </ac:grpSpMkLst>
        </pc:grpChg>
        <pc:grpChg chg="add del">
          <ac:chgData name="Ethan Ericson" userId="96577932-aa52-4476-a8c3-12318db0e52b" providerId="ADAL" clId="{B6AE5272-80E6-45D7-A0BC-5D66C120E2C4}" dt="2023-09-23T03:44:13.749" v="105"/>
          <ac:grpSpMkLst>
            <pc:docMk/>
            <pc:sldMk cId="834526026" sldId="259"/>
            <ac:grpSpMk id="52" creationId="{A80A6E81-6B71-43DF-877B-E964A9A4CB68}"/>
          </ac:grpSpMkLst>
        </pc:grpChg>
        <pc:picChg chg="add del mod">
          <ac:chgData name="Ethan Ericson" userId="96577932-aa52-4476-a8c3-12318db0e52b" providerId="ADAL" clId="{B6AE5272-80E6-45D7-A0BC-5D66C120E2C4}" dt="2023-10-12T04:19:23.798" v="2591" actId="478"/>
          <ac:picMkLst>
            <pc:docMk/>
            <pc:sldMk cId="834526026" sldId="259"/>
            <ac:picMk id="4" creationId="{EC3FC8A3-A716-B23F-F85F-DA3CD991E8DD}"/>
          </ac:picMkLst>
        </pc:picChg>
        <pc:picChg chg="add mod">
          <ac:chgData name="Ethan Ericson" userId="96577932-aa52-4476-a8c3-12318db0e52b" providerId="ADAL" clId="{B6AE5272-80E6-45D7-A0BC-5D66C120E2C4}" dt="2023-10-12T05:35:21.849" v="5878" actId="1076"/>
          <ac:picMkLst>
            <pc:docMk/>
            <pc:sldMk cId="834526026" sldId="259"/>
            <ac:picMk id="5" creationId="{4426BF43-382E-B8A6-837A-BCC9E781372E}"/>
          </ac:picMkLst>
        </pc:picChg>
        <pc:cxnChg chg="add del">
          <ac:chgData name="Ethan Ericson" userId="96577932-aa52-4476-a8c3-12318db0e52b" providerId="ADAL" clId="{B6AE5272-80E6-45D7-A0BC-5D66C120E2C4}" dt="2023-09-23T03:44:10.591" v="102" actId="26606"/>
          <ac:cxnSpMkLst>
            <pc:docMk/>
            <pc:sldMk cId="834526026" sldId="259"/>
            <ac:cxnSpMk id="36" creationId="{4A4F266A-F2F7-47CD-8BBC-E3777E982FD2}"/>
          </ac:cxnSpMkLst>
        </pc:cxnChg>
        <pc:cxnChg chg="add del">
          <ac:chgData name="Ethan Ericson" userId="96577932-aa52-4476-a8c3-12318db0e52b" providerId="ADAL" clId="{B6AE5272-80E6-45D7-A0BC-5D66C120E2C4}" dt="2023-09-23T03:44:10.591" v="102" actId="26606"/>
          <ac:cxnSpMkLst>
            <pc:docMk/>
            <pc:sldMk cId="834526026" sldId="259"/>
            <ac:cxnSpMk id="38" creationId="{20D69C80-8919-4A32-B897-F2A21F940574}"/>
          </ac:cxnSpMkLst>
        </pc:cxnChg>
        <pc:cxnChg chg="add del">
          <ac:chgData name="Ethan Ericson" userId="96577932-aa52-4476-a8c3-12318db0e52b" providerId="ADAL" clId="{B6AE5272-80E6-45D7-A0BC-5D66C120E2C4}" dt="2023-09-23T03:44:10.591" v="102" actId="26606"/>
          <ac:cxnSpMkLst>
            <pc:docMk/>
            <pc:sldMk cId="834526026" sldId="259"/>
            <ac:cxnSpMk id="40" creationId="{F427B072-CC5B-481B-9719-8CD4C54444BE}"/>
          </ac:cxnSpMkLst>
        </pc:cxnChg>
        <pc:cxnChg chg="add del">
          <ac:chgData name="Ethan Ericson" userId="96577932-aa52-4476-a8c3-12318db0e52b" providerId="ADAL" clId="{B6AE5272-80E6-45D7-A0BC-5D66C120E2C4}" dt="2023-09-23T03:44:10.591" v="102" actId="26606"/>
          <ac:cxnSpMkLst>
            <pc:docMk/>
            <pc:sldMk cId="834526026" sldId="259"/>
            <ac:cxnSpMk id="41" creationId="{FEB90296-CFE0-401D-9CA3-32966EC4F01D}"/>
          </ac:cxnSpMkLst>
        </pc:cxnChg>
        <pc:cxnChg chg="add del">
          <ac:chgData name="Ethan Ericson" userId="96577932-aa52-4476-a8c3-12318db0e52b" providerId="ADAL" clId="{B6AE5272-80E6-45D7-A0BC-5D66C120E2C4}" dt="2023-09-23T03:44:10.591" v="102" actId="26606"/>
          <ac:cxnSpMkLst>
            <pc:docMk/>
            <pc:sldMk cId="834526026" sldId="259"/>
            <ac:cxnSpMk id="43" creationId="{08C9B4EE-7611-4ED9-B356-7BDD377C39B0}"/>
          </ac:cxnSpMkLst>
        </pc:cxnChg>
      </pc:sldChg>
      <pc:sldChg chg="addSp delSp modSp new mod setBg delDesignElem">
        <pc:chgData name="Ethan Ericson" userId="96577932-aa52-4476-a8c3-12318db0e52b" providerId="ADAL" clId="{B6AE5272-80E6-45D7-A0BC-5D66C120E2C4}" dt="2023-10-12T05:38:48.529" v="5917" actId="1076"/>
        <pc:sldMkLst>
          <pc:docMk/>
          <pc:sldMk cId="106063562" sldId="260"/>
        </pc:sldMkLst>
        <pc:spChg chg="mod">
          <ac:chgData name="Ethan Ericson" userId="96577932-aa52-4476-a8c3-12318db0e52b" providerId="ADAL" clId="{B6AE5272-80E6-45D7-A0BC-5D66C120E2C4}" dt="2023-09-23T06:00:58.350" v="1431" actId="20577"/>
          <ac:spMkLst>
            <pc:docMk/>
            <pc:sldMk cId="106063562" sldId="260"/>
            <ac:spMk id="2" creationId="{D92ED1DF-C950-2BE1-FA47-C0D92C027271}"/>
          </ac:spMkLst>
        </pc:spChg>
        <pc:spChg chg="mod">
          <ac:chgData name="Ethan Ericson" userId="96577932-aa52-4476-a8c3-12318db0e52b" providerId="ADAL" clId="{B6AE5272-80E6-45D7-A0BC-5D66C120E2C4}" dt="2023-10-11T20:22:25.106" v="2382" actId="20577"/>
          <ac:spMkLst>
            <pc:docMk/>
            <pc:sldMk cId="106063562" sldId="260"/>
            <ac:spMk id="3" creationId="{270B5335-16B1-4A1C-D9F1-D3DE414F08A9}"/>
          </ac:spMkLst>
        </pc:spChg>
        <pc:spChg chg="add del">
          <ac:chgData name="Ethan Ericson" userId="96577932-aa52-4476-a8c3-12318db0e52b" providerId="ADAL" clId="{B6AE5272-80E6-45D7-A0BC-5D66C120E2C4}" dt="2023-09-23T03:44:27.746" v="110"/>
          <ac:spMkLst>
            <pc:docMk/>
            <pc:sldMk cId="106063562" sldId="260"/>
            <ac:spMk id="8" creationId="{CADF2543-1B6F-4FBC-A7AF-53A0430E05AB}"/>
          </ac:spMkLst>
        </pc:spChg>
        <pc:grpChg chg="add del">
          <ac:chgData name="Ethan Ericson" userId="96577932-aa52-4476-a8c3-12318db0e52b" providerId="ADAL" clId="{B6AE5272-80E6-45D7-A0BC-5D66C120E2C4}" dt="2023-09-23T03:44:27.746" v="110"/>
          <ac:grpSpMkLst>
            <pc:docMk/>
            <pc:sldMk cId="106063562" sldId="260"/>
            <ac:grpSpMk id="10" creationId="{A80A6E81-6B71-43DF-877B-E964A9A4CB68}"/>
          </ac:grpSpMkLst>
        </pc:grpChg>
        <pc:picChg chg="add del mod">
          <ac:chgData name="Ethan Ericson" userId="96577932-aa52-4476-a8c3-12318db0e52b" providerId="ADAL" clId="{B6AE5272-80E6-45D7-A0BC-5D66C120E2C4}" dt="2023-10-12T05:35:17.470" v="5876" actId="21"/>
          <ac:picMkLst>
            <pc:docMk/>
            <pc:sldMk cId="106063562" sldId="260"/>
            <ac:picMk id="5" creationId="{26D6D392-5885-5B55-8550-87911109B9AF}"/>
          </ac:picMkLst>
        </pc:picChg>
        <pc:picChg chg="add mod">
          <ac:chgData name="Ethan Ericson" userId="96577932-aa52-4476-a8c3-12318db0e52b" providerId="ADAL" clId="{B6AE5272-80E6-45D7-A0BC-5D66C120E2C4}" dt="2023-10-12T05:36:43.573" v="5883"/>
          <ac:picMkLst>
            <pc:docMk/>
            <pc:sldMk cId="106063562" sldId="260"/>
            <ac:picMk id="7" creationId="{4A1187E3-4D58-F20A-D7EB-0755417C58AF}"/>
          </ac:picMkLst>
        </pc:picChg>
        <pc:picChg chg="add mod">
          <ac:chgData name="Ethan Ericson" userId="96577932-aa52-4476-a8c3-12318db0e52b" providerId="ADAL" clId="{B6AE5272-80E6-45D7-A0BC-5D66C120E2C4}" dt="2023-10-12T05:38:27.163" v="5911" actId="1076"/>
          <ac:picMkLst>
            <pc:docMk/>
            <pc:sldMk cId="106063562" sldId="260"/>
            <ac:picMk id="8" creationId="{A43B3A8A-30F2-5E35-98B6-8F2DF1413A27}"/>
          </ac:picMkLst>
        </pc:picChg>
        <pc:picChg chg="add mod">
          <ac:chgData name="Ethan Ericson" userId="96577932-aa52-4476-a8c3-12318db0e52b" providerId="ADAL" clId="{B6AE5272-80E6-45D7-A0BC-5D66C120E2C4}" dt="2023-10-12T05:37:20.519" v="5893" actId="1076"/>
          <ac:picMkLst>
            <pc:docMk/>
            <pc:sldMk cId="106063562" sldId="260"/>
            <ac:picMk id="9" creationId="{9CCC5EB3-FE17-D38A-B99A-6D1D524CD0DE}"/>
          </ac:picMkLst>
        </pc:picChg>
        <pc:picChg chg="add mod">
          <ac:chgData name="Ethan Ericson" userId="96577932-aa52-4476-a8c3-12318db0e52b" providerId="ADAL" clId="{B6AE5272-80E6-45D7-A0BC-5D66C120E2C4}" dt="2023-10-12T05:38:38.860" v="5914" actId="1076"/>
          <ac:picMkLst>
            <pc:docMk/>
            <pc:sldMk cId="106063562" sldId="260"/>
            <ac:picMk id="10" creationId="{7254951B-6DB2-2920-4DB3-D3E94C0C54E3}"/>
          </ac:picMkLst>
        </pc:picChg>
        <pc:picChg chg="add mod">
          <ac:chgData name="Ethan Ericson" userId="96577932-aa52-4476-a8c3-12318db0e52b" providerId="ADAL" clId="{B6AE5272-80E6-45D7-A0BC-5D66C120E2C4}" dt="2023-10-12T05:38:06.215" v="5905" actId="1076"/>
          <ac:picMkLst>
            <pc:docMk/>
            <pc:sldMk cId="106063562" sldId="260"/>
            <ac:picMk id="11" creationId="{7D46805F-2AC8-A683-214E-66238FB5EF0A}"/>
          </ac:picMkLst>
        </pc:picChg>
        <pc:picChg chg="add mod">
          <ac:chgData name="Ethan Ericson" userId="96577932-aa52-4476-a8c3-12318db0e52b" providerId="ADAL" clId="{B6AE5272-80E6-45D7-A0BC-5D66C120E2C4}" dt="2023-10-12T05:38:08.488" v="5906" actId="1076"/>
          <ac:picMkLst>
            <pc:docMk/>
            <pc:sldMk cId="106063562" sldId="260"/>
            <ac:picMk id="12" creationId="{7133265C-5DC1-93A4-487C-A64448F6D258}"/>
          </ac:picMkLst>
        </pc:picChg>
        <pc:picChg chg="add mod">
          <ac:chgData name="Ethan Ericson" userId="96577932-aa52-4476-a8c3-12318db0e52b" providerId="ADAL" clId="{B6AE5272-80E6-45D7-A0BC-5D66C120E2C4}" dt="2023-10-12T05:38:22.784" v="5910" actId="1076"/>
          <ac:picMkLst>
            <pc:docMk/>
            <pc:sldMk cId="106063562" sldId="260"/>
            <ac:picMk id="13" creationId="{D81405EA-BC66-B29A-7884-A7BE9DFF9258}"/>
          </ac:picMkLst>
        </pc:picChg>
        <pc:picChg chg="add mod">
          <ac:chgData name="Ethan Ericson" userId="96577932-aa52-4476-a8c3-12318db0e52b" providerId="ADAL" clId="{B6AE5272-80E6-45D7-A0BC-5D66C120E2C4}" dt="2023-10-12T05:38:40.614" v="5915" actId="1076"/>
          <ac:picMkLst>
            <pc:docMk/>
            <pc:sldMk cId="106063562" sldId="260"/>
            <ac:picMk id="14" creationId="{A2CBC424-3B4A-0320-FFDC-85E63427D9DC}"/>
          </ac:picMkLst>
        </pc:picChg>
        <pc:picChg chg="add mod">
          <ac:chgData name="Ethan Ericson" userId="96577932-aa52-4476-a8c3-12318db0e52b" providerId="ADAL" clId="{B6AE5272-80E6-45D7-A0BC-5D66C120E2C4}" dt="2023-10-12T05:38:48.529" v="5917" actId="1076"/>
          <ac:picMkLst>
            <pc:docMk/>
            <pc:sldMk cId="106063562" sldId="260"/>
            <ac:picMk id="15" creationId="{16A927CA-CDBF-2C96-303D-12D0D03C55AC}"/>
          </ac:picMkLst>
        </pc:picChg>
      </pc:sldChg>
      <pc:sldChg chg="addSp delSp modSp new del mod setBg">
        <pc:chgData name="Ethan Ericson" userId="96577932-aa52-4476-a8c3-12318db0e52b" providerId="ADAL" clId="{B6AE5272-80E6-45D7-A0BC-5D66C120E2C4}" dt="2023-10-12T04:24:51.229" v="2652" actId="47"/>
        <pc:sldMkLst>
          <pc:docMk/>
          <pc:sldMk cId="2730982401" sldId="261"/>
        </pc:sldMkLst>
        <pc:spChg chg="mod">
          <ac:chgData name="Ethan Ericson" userId="96577932-aa52-4476-a8c3-12318db0e52b" providerId="ADAL" clId="{B6AE5272-80E6-45D7-A0BC-5D66C120E2C4}" dt="2023-10-12T04:22:05.975" v="2616" actId="26606"/>
          <ac:spMkLst>
            <pc:docMk/>
            <pc:sldMk cId="2730982401" sldId="261"/>
            <ac:spMk id="2" creationId="{D29207A9-AC90-C002-E761-1729E13EB390}"/>
          </ac:spMkLst>
        </pc:spChg>
        <pc:spChg chg="add del mod">
          <ac:chgData name="Ethan Ericson" userId="96577932-aa52-4476-a8c3-12318db0e52b" providerId="ADAL" clId="{B6AE5272-80E6-45D7-A0BC-5D66C120E2C4}" dt="2023-10-12T04:22:05.975" v="2616" actId="26606"/>
          <ac:spMkLst>
            <pc:docMk/>
            <pc:sldMk cId="2730982401" sldId="261"/>
            <ac:spMk id="3" creationId="{ECE43C33-2FD5-85A3-A811-C49A88551100}"/>
          </ac:spMkLst>
        </pc:spChg>
        <pc:spChg chg="add del">
          <ac:chgData name="Ethan Ericson" userId="96577932-aa52-4476-a8c3-12318db0e52b" providerId="ADAL" clId="{B6AE5272-80E6-45D7-A0BC-5D66C120E2C4}" dt="2023-10-12T04:22:05.975" v="2616" actId="26606"/>
          <ac:spMkLst>
            <pc:docMk/>
            <pc:sldMk cId="2730982401" sldId="261"/>
            <ac:spMk id="8" creationId="{CADF2543-1B6F-4FBC-A7AF-53A0430E05AB}"/>
          </ac:spMkLst>
        </pc:spChg>
        <pc:spChg chg="add del">
          <ac:chgData name="Ethan Ericson" userId="96577932-aa52-4476-a8c3-12318db0e52b" providerId="ADAL" clId="{B6AE5272-80E6-45D7-A0BC-5D66C120E2C4}" dt="2023-10-12T04:21:54.011" v="2595" actId="26606"/>
          <ac:spMkLst>
            <pc:docMk/>
            <pc:sldMk cId="2730982401" sldId="261"/>
            <ac:spMk id="24" creationId="{ECE43C33-2FD5-85A3-A811-C49A88551100}"/>
          </ac:spMkLst>
        </pc:spChg>
        <pc:spChg chg="add del">
          <ac:chgData name="Ethan Ericson" userId="96577932-aa52-4476-a8c3-12318db0e52b" providerId="ADAL" clId="{B6AE5272-80E6-45D7-A0BC-5D66C120E2C4}" dt="2023-10-12T04:21:54.011" v="2595" actId="26606"/>
          <ac:spMkLst>
            <pc:docMk/>
            <pc:sldMk cId="2730982401" sldId="261"/>
            <ac:spMk id="25" creationId="{9ACA6826-032C-4799-B079-15DB2A6CBD93}"/>
          </ac:spMkLst>
        </pc:spChg>
        <pc:spChg chg="add del">
          <ac:chgData name="Ethan Ericson" userId="96577932-aa52-4476-a8c3-12318db0e52b" providerId="ADAL" clId="{B6AE5272-80E6-45D7-A0BC-5D66C120E2C4}" dt="2023-10-12T04:21:54.930" v="2597" actId="26606"/>
          <ac:spMkLst>
            <pc:docMk/>
            <pc:sldMk cId="2730982401" sldId="261"/>
            <ac:spMk id="35" creationId="{F33B89E2-E847-4B79-AEE4-28DCD20BE2D0}"/>
          </ac:spMkLst>
        </pc:spChg>
        <pc:spChg chg="add del">
          <ac:chgData name="Ethan Ericson" userId="96577932-aa52-4476-a8c3-12318db0e52b" providerId="ADAL" clId="{B6AE5272-80E6-45D7-A0BC-5D66C120E2C4}" dt="2023-10-12T04:21:54.930" v="2597" actId="26606"/>
          <ac:spMkLst>
            <pc:docMk/>
            <pc:sldMk cId="2730982401" sldId="261"/>
            <ac:spMk id="36" creationId="{24D53AC0-344E-463B-B145-F34C3400E371}"/>
          </ac:spMkLst>
        </pc:spChg>
        <pc:spChg chg="add del">
          <ac:chgData name="Ethan Ericson" userId="96577932-aa52-4476-a8c3-12318db0e52b" providerId="ADAL" clId="{B6AE5272-80E6-45D7-A0BC-5D66C120E2C4}" dt="2023-10-12T04:21:54.930" v="2597" actId="26606"/>
          <ac:spMkLst>
            <pc:docMk/>
            <pc:sldMk cId="2730982401" sldId="261"/>
            <ac:spMk id="37" creationId="{ECE43C33-2FD5-85A3-A811-C49A88551100}"/>
          </ac:spMkLst>
        </pc:spChg>
        <pc:spChg chg="add del">
          <ac:chgData name="Ethan Ericson" userId="96577932-aa52-4476-a8c3-12318db0e52b" providerId="ADAL" clId="{B6AE5272-80E6-45D7-A0BC-5D66C120E2C4}" dt="2023-10-12T04:21:59.550" v="2599" actId="26606"/>
          <ac:spMkLst>
            <pc:docMk/>
            <pc:sldMk cId="2730982401" sldId="261"/>
            <ac:spMk id="39" creationId="{ECE43C33-2FD5-85A3-A811-C49A88551100}"/>
          </ac:spMkLst>
        </pc:spChg>
        <pc:spChg chg="add del">
          <ac:chgData name="Ethan Ericson" userId="96577932-aa52-4476-a8c3-12318db0e52b" providerId="ADAL" clId="{B6AE5272-80E6-45D7-A0BC-5D66C120E2C4}" dt="2023-10-12T04:22:00.071" v="2601" actId="26606"/>
          <ac:spMkLst>
            <pc:docMk/>
            <pc:sldMk cId="2730982401" sldId="261"/>
            <ac:spMk id="41" creationId="{1E102BD0-54D0-4E79-AEB1-F636E1F031DB}"/>
          </ac:spMkLst>
        </pc:spChg>
        <pc:spChg chg="add del">
          <ac:chgData name="Ethan Ericson" userId="96577932-aa52-4476-a8c3-12318db0e52b" providerId="ADAL" clId="{B6AE5272-80E6-45D7-A0BC-5D66C120E2C4}" dt="2023-10-12T04:22:00.071" v="2601" actId="26606"/>
          <ac:spMkLst>
            <pc:docMk/>
            <pc:sldMk cId="2730982401" sldId="261"/>
            <ac:spMk id="42" creationId="{4BDC1DDF-7ECB-4E65-96D4-F2F88C433C30}"/>
          </ac:spMkLst>
        </pc:spChg>
        <pc:spChg chg="add del">
          <ac:chgData name="Ethan Ericson" userId="96577932-aa52-4476-a8c3-12318db0e52b" providerId="ADAL" clId="{B6AE5272-80E6-45D7-A0BC-5D66C120E2C4}" dt="2023-10-12T04:22:00.071" v="2601" actId="26606"/>
          <ac:spMkLst>
            <pc:docMk/>
            <pc:sldMk cId="2730982401" sldId="261"/>
            <ac:spMk id="43" creationId="{ECE43C33-2FD5-85A3-A811-C49A88551100}"/>
          </ac:spMkLst>
        </pc:spChg>
        <pc:spChg chg="add del">
          <ac:chgData name="Ethan Ericson" userId="96577932-aa52-4476-a8c3-12318db0e52b" providerId="ADAL" clId="{B6AE5272-80E6-45D7-A0BC-5D66C120E2C4}" dt="2023-10-12T04:22:00.558" v="2603" actId="26606"/>
          <ac:spMkLst>
            <pc:docMk/>
            <pc:sldMk cId="2730982401" sldId="261"/>
            <ac:spMk id="46" creationId="{459B15FE-F276-495B-BFF3-30ADBEE2240C}"/>
          </ac:spMkLst>
        </pc:spChg>
        <pc:spChg chg="add del">
          <ac:chgData name="Ethan Ericson" userId="96577932-aa52-4476-a8c3-12318db0e52b" providerId="ADAL" clId="{B6AE5272-80E6-45D7-A0BC-5D66C120E2C4}" dt="2023-10-12T04:22:00.558" v="2603" actId="26606"/>
          <ac:spMkLst>
            <pc:docMk/>
            <pc:sldMk cId="2730982401" sldId="261"/>
            <ac:spMk id="47" creationId="{C743AE43-68FF-40C2-BA20-B24BB0155EBD}"/>
          </ac:spMkLst>
        </pc:spChg>
        <pc:spChg chg="add del">
          <ac:chgData name="Ethan Ericson" userId="96577932-aa52-4476-a8c3-12318db0e52b" providerId="ADAL" clId="{B6AE5272-80E6-45D7-A0BC-5D66C120E2C4}" dt="2023-10-12T04:22:00.558" v="2603" actId="26606"/>
          <ac:spMkLst>
            <pc:docMk/>
            <pc:sldMk cId="2730982401" sldId="261"/>
            <ac:spMk id="48" creationId="{ECE43C33-2FD5-85A3-A811-C49A88551100}"/>
          </ac:spMkLst>
        </pc:spChg>
        <pc:spChg chg="add del">
          <ac:chgData name="Ethan Ericson" userId="96577932-aa52-4476-a8c3-12318db0e52b" providerId="ADAL" clId="{B6AE5272-80E6-45D7-A0BC-5D66C120E2C4}" dt="2023-10-12T04:22:01.005" v="2606" actId="26606"/>
          <ac:spMkLst>
            <pc:docMk/>
            <pc:sldMk cId="2730982401" sldId="261"/>
            <ac:spMk id="51" creationId="{CADF2543-1B6F-4FBC-A7AF-53A0430E05AB}"/>
          </ac:spMkLst>
        </pc:spChg>
        <pc:spChg chg="add del">
          <ac:chgData name="Ethan Ericson" userId="96577932-aa52-4476-a8c3-12318db0e52b" providerId="ADAL" clId="{B6AE5272-80E6-45D7-A0BC-5D66C120E2C4}" dt="2023-10-12T04:22:02.750" v="2609" actId="26606"/>
          <ac:spMkLst>
            <pc:docMk/>
            <pc:sldMk cId="2730982401" sldId="261"/>
            <ac:spMk id="59" creationId="{CADF2543-1B6F-4FBC-A7AF-53A0430E05AB}"/>
          </ac:spMkLst>
        </pc:spChg>
        <pc:spChg chg="add del">
          <ac:chgData name="Ethan Ericson" userId="96577932-aa52-4476-a8c3-12318db0e52b" providerId="ADAL" clId="{B6AE5272-80E6-45D7-A0BC-5D66C120E2C4}" dt="2023-10-12T04:22:03.662" v="2612" actId="26606"/>
          <ac:spMkLst>
            <pc:docMk/>
            <pc:sldMk cId="2730982401" sldId="261"/>
            <ac:spMk id="67" creationId="{CADF2543-1B6F-4FBC-A7AF-53A0430E05AB}"/>
          </ac:spMkLst>
        </pc:spChg>
        <pc:spChg chg="add del">
          <ac:chgData name="Ethan Ericson" userId="96577932-aa52-4476-a8c3-12318db0e52b" providerId="ADAL" clId="{B6AE5272-80E6-45D7-A0BC-5D66C120E2C4}" dt="2023-10-12T04:22:05.968" v="2615" actId="26606"/>
          <ac:spMkLst>
            <pc:docMk/>
            <pc:sldMk cId="2730982401" sldId="261"/>
            <ac:spMk id="75" creationId="{CADF2543-1B6F-4FBC-A7AF-53A0430E05AB}"/>
          </ac:spMkLst>
        </pc:spChg>
        <pc:spChg chg="add del">
          <ac:chgData name="Ethan Ericson" userId="96577932-aa52-4476-a8c3-12318db0e52b" providerId="ADAL" clId="{B6AE5272-80E6-45D7-A0BC-5D66C120E2C4}" dt="2023-10-12T04:22:34.751" v="2623" actId="26606"/>
          <ac:spMkLst>
            <pc:docMk/>
            <pc:sldMk cId="2730982401" sldId="261"/>
            <ac:spMk id="83" creationId="{9ACA6826-032C-4799-B079-15DB2A6CBD93}"/>
          </ac:spMkLst>
        </pc:spChg>
        <pc:spChg chg="add del">
          <ac:chgData name="Ethan Ericson" userId="96577932-aa52-4476-a8c3-12318db0e52b" providerId="ADAL" clId="{B6AE5272-80E6-45D7-A0BC-5D66C120E2C4}" dt="2023-10-12T04:22:34.751" v="2623" actId="26606"/>
          <ac:spMkLst>
            <pc:docMk/>
            <pc:sldMk cId="2730982401" sldId="261"/>
            <ac:spMk id="84" creationId="{ECE43C33-2FD5-85A3-A811-C49A88551100}"/>
          </ac:spMkLst>
        </pc:spChg>
        <pc:spChg chg="add">
          <ac:chgData name="Ethan Ericson" userId="96577932-aa52-4476-a8c3-12318db0e52b" providerId="ADAL" clId="{B6AE5272-80E6-45D7-A0BC-5D66C120E2C4}" dt="2023-10-12T04:22:34.751" v="2623" actId="26606"/>
          <ac:spMkLst>
            <pc:docMk/>
            <pc:sldMk cId="2730982401" sldId="261"/>
            <ac:spMk id="91" creationId="{9ACA6826-032C-4799-B079-15DB2A6CBD93}"/>
          </ac:spMkLst>
        </pc:spChg>
        <pc:spChg chg="add del">
          <ac:chgData name="Ethan Ericson" userId="96577932-aa52-4476-a8c3-12318db0e52b" providerId="ADAL" clId="{B6AE5272-80E6-45D7-A0BC-5D66C120E2C4}" dt="2023-10-12T04:22:34.747" v="2622" actId="26606"/>
          <ac:spMkLst>
            <pc:docMk/>
            <pc:sldMk cId="2730982401" sldId="261"/>
            <ac:spMk id="92" creationId="{ECE43C33-2FD5-85A3-A811-C49A88551100}"/>
          </ac:spMkLst>
        </pc:spChg>
        <pc:spChg chg="add">
          <ac:chgData name="Ethan Ericson" userId="96577932-aa52-4476-a8c3-12318db0e52b" providerId="ADAL" clId="{B6AE5272-80E6-45D7-A0BC-5D66C120E2C4}" dt="2023-10-12T04:22:34.751" v="2623" actId="26606"/>
          <ac:spMkLst>
            <pc:docMk/>
            <pc:sldMk cId="2730982401" sldId="261"/>
            <ac:spMk id="99" creationId="{ECE43C33-2FD5-85A3-A811-C49A88551100}"/>
          </ac:spMkLst>
        </pc:spChg>
        <pc:grpChg chg="add del">
          <ac:chgData name="Ethan Ericson" userId="96577932-aa52-4476-a8c3-12318db0e52b" providerId="ADAL" clId="{B6AE5272-80E6-45D7-A0BC-5D66C120E2C4}" dt="2023-10-12T04:22:05.975" v="2616" actId="26606"/>
          <ac:grpSpMkLst>
            <pc:docMk/>
            <pc:sldMk cId="2730982401" sldId="261"/>
            <ac:grpSpMk id="10" creationId="{A80A6E81-6B71-43DF-877B-E964A9A4CB68}"/>
          </ac:grpSpMkLst>
        </pc:grpChg>
        <pc:grpChg chg="add del">
          <ac:chgData name="Ethan Ericson" userId="96577932-aa52-4476-a8c3-12318db0e52b" providerId="ADAL" clId="{B6AE5272-80E6-45D7-A0BC-5D66C120E2C4}" dt="2023-10-12T04:21:54.011" v="2595" actId="26606"/>
          <ac:grpSpMkLst>
            <pc:docMk/>
            <pc:sldMk cId="2730982401" sldId="261"/>
            <ac:grpSpMk id="27" creationId="{DD58A807-BD0E-4B1D-A523-2F20E7FE2695}"/>
          </ac:grpSpMkLst>
        </pc:grpChg>
        <pc:grpChg chg="add del">
          <ac:chgData name="Ethan Ericson" userId="96577932-aa52-4476-a8c3-12318db0e52b" providerId="ADAL" clId="{B6AE5272-80E6-45D7-A0BC-5D66C120E2C4}" dt="2023-10-12T04:21:54.930" v="2597" actId="26606"/>
          <ac:grpSpMkLst>
            <pc:docMk/>
            <pc:sldMk cId="2730982401" sldId="261"/>
            <ac:grpSpMk id="29" creationId="{530D8B72-085C-40D5-B078-EB32B5890F51}"/>
          </ac:grpSpMkLst>
        </pc:grpChg>
        <pc:grpChg chg="add del">
          <ac:chgData name="Ethan Ericson" userId="96577932-aa52-4476-a8c3-12318db0e52b" providerId="ADAL" clId="{B6AE5272-80E6-45D7-A0BC-5D66C120E2C4}" dt="2023-10-12T04:22:00.071" v="2601" actId="26606"/>
          <ac:grpSpMkLst>
            <pc:docMk/>
            <pc:sldMk cId="2730982401" sldId="261"/>
            <ac:grpSpMk id="44" creationId="{843790A7-7640-438F-9485-0B04AB0B927B}"/>
          </ac:grpSpMkLst>
        </pc:grpChg>
        <pc:grpChg chg="add del">
          <ac:chgData name="Ethan Ericson" userId="96577932-aa52-4476-a8c3-12318db0e52b" providerId="ADAL" clId="{B6AE5272-80E6-45D7-A0BC-5D66C120E2C4}" dt="2023-10-12T04:22:00.558" v="2603" actId="26606"/>
          <ac:grpSpMkLst>
            <pc:docMk/>
            <pc:sldMk cId="2730982401" sldId="261"/>
            <ac:grpSpMk id="49" creationId="{F1F9EA93-C8A5-479A-8869-5A4F9C3B9501}"/>
          </ac:grpSpMkLst>
        </pc:grpChg>
        <pc:grpChg chg="add del">
          <ac:chgData name="Ethan Ericson" userId="96577932-aa52-4476-a8c3-12318db0e52b" providerId="ADAL" clId="{B6AE5272-80E6-45D7-A0BC-5D66C120E2C4}" dt="2023-10-12T04:22:01.005" v="2606" actId="26606"/>
          <ac:grpSpMkLst>
            <pc:docMk/>
            <pc:sldMk cId="2730982401" sldId="261"/>
            <ac:grpSpMk id="52" creationId="{A80A6E81-6B71-43DF-877B-E964A9A4CB68}"/>
          </ac:grpSpMkLst>
        </pc:grpChg>
        <pc:grpChg chg="add del">
          <ac:chgData name="Ethan Ericson" userId="96577932-aa52-4476-a8c3-12318db0e52b" providerId="ADAL" clId="{B6AE5272-80E6-45D7-A0BC-5D66C120E2C4}" dt="2023-10-12T04:22:02.750" v="2609" actId="26606"/>
          <ac:grpSpMkLst>
            <pc:docMk/>
            <pc:sldMk cId="2730982401" sldId="261"/>
            <ac:grpSpMk id="60" creationId="{A80A6E81-6B71-43DF-877B-E964A9A4CB68}"/>
          </ac:grpSpMkLst>
        </pc:grpChg>
        <pc:grpChg chg="add del">
          <ac:chgData name="Ethan Ericson" userId="96577932-aa52-4476-a8c3-12318db0e52b" providerId="ADAL" clId="{B6AE5272-80E6-45D7-A0BC-5D66C120E2C4}" dt="2023-10-12T04:22:03.662" v="2612" actId="26606"/>
          <ac:grpSpMkLst>
            <pc:docMk/>
            <pc:sldMk cId="2730982401" sldId="261"/>
            <ac:grpSpMk id="68" creationId="{A80A6E81-6B71-43DF-877B-E964A9A4CB68}"/>
          </ac:grpSpMkLst>
        </pc:grpChg>
        <pc:grpChg chg="add del">
          <ac:chgData name="Ethan Ericson" userId="96577932-aa52-4476-a8c3-12318db0e52b" providerId="ADAL" clId="{B6AE5272-80E6-45D7-A0BC-5D66C120E2C4}" dt="2023-10-12T04:22:05.968" v="2615" actId="26606"/>
          <ac:grpSpMkLst>
            <pc:docMk/>
            <pc:sldMk cId="2730982401" sldId="261"/>
            <ac:grpSpMk id="76" creationId="{A80A6E81-6B71-43DF-877B-E964A9A4CB68}"/>
          </ac:grpSpMkLst>
        </pc:grpChg>
        <pc:grpChg chg="add del">
          <ac:chgData name="Ethan Ericson" userId="96577932-aa52-4476-a8c3-12318db0e52b" providerId="ADAL" clId="{B6AE5272-80E6-45D7-A0BC-5D66C120E2C4}" dt="2023-10-12T04:22:34.751" v="2623" actId="26606"/>
          <ac:grpSpMkLst>
            <pc:docMk/>
            <pc:sldMk cId="2730982401" sldId="261"/>
            <ac:grpSpMk id="85" creationId="{DD58A807-BD0E-4B1D-A523-2F20E7FE2695}"/>
          </ac:grpSpMkLst>
        </pc:grpChg>
        <pc:grpChg chg="add">
          <ac:chgData name="Ethan Ericson" userId="96577932-aa52-4476-a8c3-12318db0e52b" providerId="ADAL" clId="{B6AE5272-80E6-45D7-A0BC-5D66C120E2C4}" dt="2023-10-12T04:22:34.751" v="2623" actId="26606"/>
          <ac:grpSpMkLst>
            <pc:docMk/>
            <pc:sldMk cId="2730982401" sldId="261"/>
            <ac:grpSpMk id="93" creationId="{DD58A807-BD0E-4B1D-A523-2F20E7FE2695}"/>
          </ac:grpSpMkLst>
        </pc:grpChg>
        <pc:graphicFrameChg chg="add del">
          <ac:chgData name="Ethan Ericson" userId="96577932-aa52-4476-a8c3-12318db0e52b" providerId="ADAL" clId="{B6AE5272-80E6-45D7-A0BC-5D66C120E2C4}" dt="2023-10-12T04:21:47.407" v="2593" actId="26606"/>
          <ac:graphicFrameMkLst>
            <pc:docMk/>
            <pc:sldMk cId="2730982401" sldId="261"/>
            <ac:graphicFrameMk id="22" creationId="{ED617A94-438B-0AAB-2A55-D243B1A8AD61}"/>
          </ac:graphicFrameMkLst>
        </pc:graphicFrameChg>
        <pc:graphicFrameChg chg="add del">
          <ac:chgData name="Ethan Ericson" userId="96577932-aa52-4476-a8c3-12318db0e52b" providerId="ADAL" clId="{B6AE5272-80E6-45D7-A0BC-5D66C120E2C4}" dt="2023-10-12T04:22:01.005" v="2606" actId="26606"/>
          <ac:graphicFrameMkLst>
            <pc:docMk/>
            <pc:sldMk cId="2730982401" sldId="261"/>
            <ac:graphicFrameMk id="53" creationId="{ED617A94-438B-0AAB-2A55-D243B1A8AD61}"/>
          </ac:graphicFrameMkLst>
        </pc:graphicFrameChg>
        <pc:graphicFrameChg chg="add del">
          <ac:chgData name="Ethan Ericson" userId="96577932-aa52-4476-a8c3-12318db0e52b" providerId="ADAL" clId="{B6AE5272-80E6-45D7-A0BC-5D66C120E2C4}" dt="2023-10-12T04:22:02.750" v="2609" actId="26606"/>
          <ac:graphicFrameMkLst>
            <pc:docMk/>
            <pc:sldMk cId="2730982401" sldId="261"/>
            <ac:graphicFrameMk id="61" creationId="{B9D6D2D0-0C22-1511-213C-84C8E1C16E77}"/>
          </ac:graphicFrameMkLst>
        </pc:graphicFrameChg>
        <pc:graphicFrameChg chg="add del">
          <ac:chgData name="Ethan Ericson" userId="96577932-aa52-4476-a8c3-12318db0e52b" providerId="ADAL" clId="{B6AE5272-80E6-45D7-A0BC-5D66C120E2C4}" dt="2023-10-12T04:22:03.662" v="2612" actId="26606"/>
          <ac:graphicFrameMkLst>
            <pc:docMk/>
            <pc:sldMk cId="2730982401" sldId="261"/>
            <ac:graphicFrameMk id="69" creationId="{C9FA3032-E844-9F38-3521-9EEDE6AFAD0E}"/>
          </ac:graphicFrameMkLst>
        </pc:graphicFrameChg>
        <pc:graphicFrameChg chg="add del">
          <ac:chgData name="Ethan Ericson" userId="96577932-aa52-4476-a8c3-12318db0e52b" providerId="ADAL" clId="{B6AE5272-80E6-45D7-A0BC-5D66C120E2C4}" dt="2023-10-12T04:22:05.968" v="2615" actId="26606"/>
          <ac:graphicFrameMkLst>
            <pc:docMk/>
            <pc:sldMk cId="2730982401" sldId="261"/>
            <ac:graphicFrameMk id="77" creationId="{9C10A210-8651-3FC3-96C9-375FDE435E01}"/>
          </ac:graphicFrameMkLst>
        </pc:graphicFrameChg>
        <pc:graphicFrameChg chg="add del">
          <ac:chgData name="Ethan Ericson" userId="96577932-aa52-4476-a8c3-12318db0e52b" providerId="ADAL" clId="{B6AE5272-80E6-45D7-A0BC-5D66C120E2C4}" dt="2023-10-12T04:22:28.136" v="2618" actId="26606"/>
          <ac:graphicFrameMkLst>
            <pc:docMk/>
            <pc:sldMk cId="2730982401" sldId="261"/>
            <ac:graphicFrameMk id="88" creationId="{CA61C2C1-3334-0FD4-811C-81878B3FA0F5}"/>
          </ac:graphicFrameMkLst>
        </pc:graphicFrameChg>
        <pc:graphicFrameChg chg="add del">
          <ac:chgData name="Ethan Ericson" userId="96577932-aa52-4476-a8c3-12318db0e52b" providerId="ADAL" clId="{B6AE5272-80E6-45D7-A0BC-5D66C120E2C4}" dt="2023-10-12T04:22:31.634" v="2620" actId="26606"/>
          <ac:graphicFrameMkLst>
            <pc:docMk/>
            <pc:sldMk cId="2730982401" sldId="261"/>
            <ac:graphicFrameMk id="90" creationId="{DAE7E356-7E2F-7C53-09DF-9F4FC958449E}"/>
          </ac:graphicFrameMkLst>
        </pc:graphicFrameChg>
        <pc:picChg chg="add del mod">
          <ac:chgData name="Ethan Ericson" userId="96577932-aa52-4476-a8c3-12318db0e52b" providerId="ADAL" clId="{B6AE5272-80E6-45D7-A0BC-5D66C120E2C4}" dt="2023-10-12T04:08:57.486" v="2475" actId="931"/>
          <ac:picMkLst>
            <pc:docMk/>
            <pc:sldMk cId="2730982401" sldId="261"/>
            <ac:picMk id="5" creationId="{EA90802B-6C6F-A004-9498-F09D0E88E68A}"/>
          </ac:picMkLst>
        </pc:picChg>
        <pc:picChg chg="add del mod">
          <ac:chgData name="Ethan Ericson" userId="96577932-aa52-4476-a8c3-12318db0e52b" providerId="ADAL" clId="{B6AE5272-80E6-45D7-A0BC-5D66C120E2C4}" dt="2023-10-12T04:10:02.876" v="2478" actId="478"/>
          <ac:picMkLst>
            <pc:docMk/>
            <pc:sldMk cId="2730982401" sldId="261"/>
            <ac:picMk id="7" creationId="{C4278C06-B123-2059-D50A-C28E005DFFE0}"/>
          </ac:picMkLst>
        </pc:picChg>
        <pc:picChg chg="add del mod">
          <ac:chgData name="Ethan Ericson" userId="96577932-aa52-4476-a8c3-12318db0e52b" providerId="ADAL" clId="{B6AE5272-80E6-45D7-A0BC-5D66C120E2C4}" dt="2023-10-12T04:10:54.749" v="2485" actId="478"/>
          <ac:picMkLst>
            <pc:docMk/>
            <pc:sldMk cId="2730982401" sldId="261"/>
            <ac:picMk id="16" creationId="{48C02D54-5553-BCE6-6CFA-384B70EF02A5}"/>
          </ac:picMkLst>
        </pc:picChg>
        <pc:picChg chg="add del mod">
          <ac:chgData name="Ethan Ericson" userId="96577932-aa52-4476-a8c3-12318db0e52b" providerId="ADAL" clId="{B6AE5272-80E6-45D7-A0BC-5D66C120E2C4}" dt="2023-10-12T04:15:19.645" v="2579" actId="478"/>
          <ac:picMkLst>
            <pc:docMk/>
            <pc:sldMk cId="2730982401" sldId="261"/>
            <ac:picMk id="18" creationId="{BC6D402E-269A-908D-F22C-1B3D024D8CCA}"/>
          </ac:picMkLst>
        </pc:picChg>
        <pc:picChg chg="add del mod">
          <ac:chgData name="Ethan Ericson" userId="96577932-aa52-4476-a8c3-12318db0e52b" providerId="ADAL" clId="{B6AE5272-80E6-45D7-A0BC-5D66C120E2C4}" dt="2023-10-12T04:24:37.505" v="2649" actId="21"/>
          <ac:picMkLst>
            <pc:docMk/>
            <pc:sldMk cId="2730982401" sldId="261"/>
            <ac:picMk id="20" creationId="{12935630-BAD9-4054-3BF4-E64890F1FE39}"/>
          </ac:picMkLst>
        </pc:picChg>
        <pc:cxnChg chg="mod replId">
          <ac:chgData name="Ethan Ericson" userId="96577932-aa52-4476-a8c3-12318db0e52b" providerId="ADAL" clId="{B6AE5272-80E6-45D7-A0BC-5D66C120E2C4}" dt="2023-10-12T04:22:05.968" v="2615" actId="26606"/>
          <ac:cxnSpMkLst>
            <pc:docMk/>
            <pc:sldMk cId="2730982401" sldId="261"/>
            <ac:cxnSpMk id="11" creationId="{4E35C3AD-357F-4004-A3F3-2D4EAF34A63D}"/>
          </ac:cxnSpMkLst>
        </pc:cxnChg>
        <pc:cxnChg chg="mod replId">
          <ac:chgData name="Ethan Ericson" userId="96577932-aa52-4476-a8c3-12318db0e52b" providerId="ADAL" clId="{B6AE5272-80E6-45D7-A0BC-5D66C120E2C4}" dt="2023-10-12T04:22:05.968" v="2615" actId="26606"/>
          <ac:cxnSpMkLst>
            <pc:docMk/>
            <pc:sldMk cId="2730982401" sldId="261"/>
            <ac:cxnSpMk id="12" creationId="{337B6032-0A70-4F26-A9A3-B4D60DF11818}"/>
          </ac:cxnSpMkLst>
        </pc:cxnChg>
        <pc:cxnChg chg="mod replId">
          <ac:chgData name="Ethan Ericson" userId="96577932-aa52-4476-a8c3-12318db0e52b" providerId="ADAL" clId="{B6AE5272-80E6-45D7-A0BC-5D66C120E2C4}" dt="2023-10-12T04:22:05.968" v="2615" actId="26606"/>
          <ac:cxnSpMkLst>
            <pc:docMk/>
            <pc:sldMk cId="2730982401" sldId="261"/>
            <ac:cxnSpMk id="13" creationId="{DE192CE3-3DD1-448F-93BE-42983DA0D5A9}"/>
          </ac:cxnSpMkLst>
        </pc:cxnChg>
        <pc:cxnChg chg="mod replId">
          <ac:chgData name="Ethan Ericson" userId="96577932-aa52-4476-a8c3-12318db0e52b" providerId="ADAL" clId="{B6AE5272-80E6-45D7-A0BC-5D66C120E2C4}" dt="2023-10-12T04:22:05.968" v="2615" actId="26606"/>
          <ac:cxnSpMkLst>
            <pc:docMk/>
            <pc:sldMk cId="2730982401" sldId="261"/>
            <ac:cxnSpMk id="14" creationId="{E6D3DA09-5C72-4562-BEDE-1937DF87E81D}"/>
          </ac:cxnSpMkLst>
        </pc:cxnChg>
        <pc:cxnChg chg="mod replId">
          <ac:chgData name="Ethan Ericson" userId="96577932-aa52-4476-a8c3-12318db0e52b" providerId="ADAL" clId="{B6AE5272-80E6-45D7-A0BC-5D66C120E2C4}" dt="2023-10-12T04:22:05.968" v="2615" actId="26606"/>
          <ac:cxnSpMkLst>
            <pc:docMk/>
            <pc:sldMk cId="2730982401" sldId="261"/>
            <ac:cxnSpMk id="15" creationId="{D6ACA7CA-2A20-49D7-9053-E076463D79A3}"/>
          </ac:cxnSpMkLst>
        </pc:cxnChg>
      </pc:sldChg>
      <pc:sldChg chg="addSp delSp modSp new del mod setBg delDesignElem">
        <pc:chgData name="Ethan Ericson" userId="96577932-aa52-4476-a8c3-12318db0e52b" providerId="ADAL" clId="{B6AE5272-80E6-45D7-A0BC-5D66C120E2C4}" dt="2023-10-11T19:24:49.287" v="2132" actId="2696"/>
        <pc:sldMkLst>
          <pc:docMk/>
          <pc:sldMk cId="2936897240" sldId="261"/>
        </pc:sldMkLst>
        <pc:spChg chg="mod">
          <ac:chgData name="Ethan Ericson" userId="96577932-aa52-4476-a8c3-12318db0e52b" providerId="ADAL" clId="{B6AE5272-80E6-45D7-A0BC-5D66C120E2C4}" dt="2023-09-23T06:12:14.507" v="2094" actId="26606"/>
          <ac:spMkLst>
            <pc:docMk/>
            <pc:sldMk cId="2936897240" sldId="261"/>
            <ac:spMk id="2" creationId="{184C074B-27AD-7527-ADD5-B4EA24CB97CD}"/>
          </ac:spMkLst>
        </pc:spChg>
        <pc:spChg chg="del mod">
          <ac:chgData name="Ethan Ericson" userId="96577932-aa52-4476-a8c3-12318db0e52b" providerId="ADAL" clId="{B6AE5272-80E6-45D7-A0BC-5D66C120E2C4}" dt="2023-09-23T06:12:09.031" v="2093" actId="931"/>
          <ac:spMkLst>
            <pc:docMk/>
            <pc:sldMk cId="2936897240" sldId="261"/>
            <ac:spMk id="3" creationId="{50446119-6172-00BC-F0A7-D3E861263B86}"/>
          </ac:spMkLst>
        </pc:spChg>
        <pc:spChg chg="add mod">
          <ac:chgData name="Ethan Ericson" userId="96577932-aa52-4476-a8c3-12318db0e52b" providerId="ADAL" clId="{B6AE5272-80E6-45D7-A0BC-5D66C120E2C4}" dt="2023-10-11T19:24:42.905" v="2131" actId="478"/>
          <ac:spMkLst>
            <pc:docMk/>
            <pc:sldMk cId="2936897240" sldId="261"/>
            <ac:spMk id="4" creationId="{08586DDB-77A8-AA1A-6582-4A26E839C04F}"/>
          </ac:spMkLst>
        </pc:spChg>
        <pc:spChg chg="add del">
          <ac:chgData name="Ethan Ericson" userId="96577932-aa52-4476-a8c3-12318db0e52b" providerId="ADAL" clId="{B6AE5272-80E6-45D7-A0BC-5D66C120E2C4}" dt="2023-09-23T03:44:37.222" v="113"/>
          <ac:spMkLst>
            <pc:docMk/>
            <pc:sldMk cId="2936897240" sldId="261"/>
            <ac:spMk id="8" creationId="{CADF2543-1B6F-4FBC-A7AF-53A0430E05AB}"/>
          </ac:spMkLst>
        </pc:spChg>
        <pc:spChg chg="add del">
          <ac:chgData name="Ethan Ericson" userId="96577932-aa52-4476-a8c3-12318db0e52b" providerId="ADAL" clId="{B6AE5272-80E6-45D7-A0BC-5D66C120E2C4}" dt="2023-09-23T06:12:24.543" v="2096"/>
          <ac:spMkLst>
            <pc:docMk/>
            <pc:sldMk cId="2936897240" sldId="261"/>
            <ac:spMk id="20" creationId="{C5BDD1EA-D8C1-45AF-9F0A-14A2A137BA2A}"/>
          </ac:spMkLst>
        </pc:spChg>
        <pc:spChg chg="add del">
          <ac:chgData name="Ethan Ericson" userId="96577932-aa52-4476-a8c3-12318db0e52b" providerId="ADAL" clId="{B6AE5272-80E6-45D7-A0BC-5D66C120E2C4}" dt="2023-09-23T06:12:24.543" v="2096"/>
          <ac:spMkLst>
            <pc:docMk/>
            <pc:sldMk cId="2936897240" sldId="261"/>
            <ac:spMk id="22" creationId="{14354E08-0068-48D7-A8AD-84C7B1CF585D}"/>
          </ac:spMkLst>
        </pc:spChg>
        <pc:grpChg chg="add del">
          <ac:chgData name="Ethan Ericson" userId="96577932-aa52-4476-a8c3-12318db0e52b" providerId="ADAL" clId="{B6AE5272-80E6-45D7-A0BC-5D66C120E2C4}" dt="2023-09-23T03:44:37.222" v="113"/>
          <ac:grpSpMkLst>
            <pc:docMk/>
            <pc:sldMk cId="2936897240" sldId="261"/>
            <ac:grpSpMk id="10" creationId="{A80A6E81-6B71-43DF-877B-E964A9A4CB68}"/>
          </ac:grpSpMkLst>
        </pc:grpChg>
        <pc:grpChg chg="add del">
          <ac:chgData name="Ethan Ericson" userId="96577932-aa52-4476-a8c3-12318db0e52b" providerId="ADAL" clId="{B6AE5272-80E6-45D7-A0BC-5D66C120E2C4}" dt="2023-09-23T06:12:24.543" v="2096"/>
          <ac:grpSpMkLst>
            <pc:docMk/>
            <pc:sldMk cId="2936897240" sldId="261"/>
            <ac:grpSpMk id="24" creationId="{A779F34F-2960-4B81-BA08-445B6F6A0CD7}"/>
          </ac:grpSpMkLst>
        </pc:grpChg>
        <pc:picChg chg="add del mod">
          <ac:chgData name="Ethan Ericson" userId="96577932-aa52-4476-a8c3-12318db0e52b" providerId="ADAL" clId="{B6AE5272-80E6-45D7-A0BC-5D66C120E2C4}" dt="2023-10-11T19:24:42.905" v="2131" actId="478"/>
          <ac:picMkLst>
            <pc:docMk/>
            <pc:sldMk cId="2936897240" sldId="261"/>
            <ac:picMk id="5" creationId="{460B57A5-BFD5-E02F-B430-06010D87CF40}"/>
          </ac:picMkLst>
        </pc:picChg>
        <pc:cxnChg chg="add del">
          <ac:chgData name="Ethan Ericson" userId="96577932-aa52-4476-a8c3-12318db0e52b" providerId="ADAL" clId="{B6AE5272-80E6-45D7-A0BC-5D66C120E2C4}" dt="2023-09-23T06:12:24.543" v="2096"/>
          <ac:cxnSpMkLst>
            <pc:docMk/>
            <pc:sldMk cId="2936897240" sldId="261"/>
            <ac:cxnSpMk id="7" creationId="{8FD48FB1-66D8-4676-B0AA-C139A1DB78D1}"/>
          </ac:cxnSpMkLst>
        </pc:cxnChg>
        <pc:cxnChg chg="add del">
          <ac:chgData name="Ethan Ericson" userId="96577932-aa52-4476-a8c3-12318db0e52b" providerId="ADAL" clId="{B6AE5272-80E6-45D7-A0BC-5D66C120E2C4}" dt="2023-09-23T06:12:24.543" v="2096"/>
          <ac:cxnSpMkLst>
            <pc:docMk/>
            <pc:sldMk cId="2936897240" sldId="261"/>
            <ac:cxnSpMk id="12" creationId="{F033F5AE-6728-4F19-8DED-658E674B31B9}"/>
          </ac:cxnSpMkLst>
        </pc:cxnChg>
        <pc:cxnChg chg="add del">
          <ac:chgData name="Ethan Ericson" userId="96577932-aa52-4476-a8c3-12318db0e52b" providerId="ADAL" clId="{B6AE5272-80E6-45D7-A0BC-5D66C120E2C4}" dt="2023-09-23T06:12:24.543" v="2096"/>
          <ac:cxnSpMkLst>
            <pc:docMk/>
            <pc:sldMk cId="2936897240" sldId="261"/>
            <ac:cxnSpMk id="14" creationId="{82C7D74A-18BA-4709-A808-44E8815C4430}"/>
          </ac:cxnSpMkLst>
        </pc:cxnChg>
        <pc:cxnChg chg="add del">
          <ac:chgData name="Ethan Ericson" userId="96577932-aa52-4476-a8c3-12318db0e52b" providerId="ADAL" clId="{B6AE5272-80E6-45D7-A0BC-5D66C120E2C4}" dt="2023-09-23T06:12:24.543" v="2096"/>
          <ac:cxnSpMkLst>
            <pc:docMk/>
            <pc:sldMk cId="2936897240" sldId="261"/>
            <ac:cxnSpMk id="16" creationId="{B5164A3F-1561-4039-8185-AB0EEB713EA7}"/>
          </ac:cxnSpMkLst>
        </pc:cxnChg>
        <pc:cxnChg chg="add del">
          <ac:chgData name="Ethan Ericson" userId="96577932-aa52-4476-a8c3-12318db0e52b" providerId="ADAL" clId="{B6AE5272-80E6-45D7-A0BC-5D66C120E2C4}" dt="2023-09-23T06:12:24.543" v="2096"/>
          <ac:cxnSpMkLst>
            <pc:docMk/>
            <pc:sldMk cId="2936897240" sldId="261"/>
            <ac:cxnSpMk id="18" creationId="{2A35DB53-42BE-460E-9CA1-1294C98463CB}"/>
          </ac:cxnSpMkLst>
        </pc:cxnChg>
      </pc:sldChg>
      <pc:sldChg chg="add del">
        <pc:chgData name="Ethan Ericson" userId="96577932-aa52-4476-a8c3-12318db0e52b" providerId="ADAL" clId="{B6AE5272-80E6-45D7-A0BC-5D66C120E2C4}" dt="2023-09-23T04:21:24.999" v="212"/>
        <pc:sldMkLst>
          <pc:docMk/>
          <pc:sldMk cId="619799739" sldId="262"/>
        </pc:sldMkLst>
      </pc:sldChg>
      <pc:sldChg chg="new del">
        <pc:chgData name="Ethan Ericson" userId="96577932-aa52-4476-a8c3-12318db0e52b" providerId="ADAL" clId="{B6AE5272-80E6-45D7-A0BC-5D66C120E2C4}" dt="2023-10-12T04:23:08.254" v="2625" actId="47"/>
        <pc:sldMkLst>
          <pc:docMk/>
          <pc:sldMk cId="752191795" sldId="262"/>
        </pc:sldMkLst>
      </pc:sldChg>
      <pc:sldChg chg="addSp modSp new mod setBg">
        <pc:chgData name="Ethan Ericson" userId="96577932-aa52-4476-a8c3-12318db0e52b" providerId="ADAL" clId="{B6AE5272-80E6-45D7-A0BC-5D66C120E2C4}" dt="2023-10-13T15:17:40.878" v="5938" actId="20577"/>
        <pc:sldMkLst>
          <pc:docMk/>
          <pc:sldMk cId="2381135794" sldId="262"/>
        </pc:sldMkLst>
        <pc:spChg chg="mod">
          <ac:chgData name="Ethan Ericson" userId="96577932-aa52-4476-a8c3-12318db0e52b" providerId="ADAL" clId="{B6AE5272-80E6-45D7-A0BC-5D66C120E2C4}" dt="2023-10-12T04:23:18.132" v="2634" actId="20577"/>
          <ac:spMkLst>
            <pc:docMk/>
            <pc:sldMk cId="2381135794" sldId="262"/>
            <ac:spMk id="2" creationId="{E8534406-29A8-2F12-763C-B7B2755DA3FA}"/>
          </ac:spMkLst>
        </pc:spChg>
        <pc:spChg chg="mod">
          <ac:chgData name="Ethan Ericson" userId="96577932-aa52-4476-a8c3-12318db0e52b" providerId="ADAL" clId="{B6AE5272-80E6-45D7-A0BC-5D66C120E2C4}" dt="2023-10-13T15:17:40.878" v="5938" actId="20577"/>
          <ac:spMkLst>
            <pc:docMk/>
            <pc:sldMk cId="2381135794" sldId="262"/>
            <ac:spMk id="3" creationId="{766235CF-E507-AC65-C402-ABEFAE816095}"/>
          </ac:spMkLst>
        </pc:spChg>
        <pc:spChg chg="add">
          <ac:chgData name="Ethan Ericson" userId="96577932-aa52-4476-a8c3-12318db0e52b" providerId="ADAL" clId="{B6AE5272-80E6-45D7-A0BC-5D66C120E2C4}" dt="2023-10-12T04:23:12.805" v="2627" actId="26606"/>
          <ac:spMkLst>
            <pc:docMk/>
            <pc:sldMk cId="2381135794" sldId="262"/>
            <ac:spMk id="8" creationId="{CADF2543-1B6F-4FBC-A7AF-53A0430E05AB}"/>
          </ac:spMkLst>
        </pc:spChg>
        <pc:grpChg chg="add">
          <ac:chgData name="Ethan Ericson" userId="96577932-aa52-4476-a8c3-12318db0e52b" providerId="ADAL" clId="{B6AE5272-80E6-45D7-A0BC-5D66C120E2C4}" dt="2023-10-12T04:23:12.805" v="2627" actId="26606"/>
          <ac:grpSpMkLst>
            <pc:docMk/>
            <pc:sldMk cId="2381135794" sldId="262"/>
            <ac:grpSpMk id="10" creationId="{A80A6E81-6B71-43DF-877B-E964A9A4CB68}"/>
          </ac:grpSpMkLst>
        </pc:grpChg>
        <pc:picChg chg="add mod">
          <ac:chgData name="Ethan Ericson" userId="96577932-aa52-4476-a8c3-12318db0e52b" providerId="ADAL" clId="{B6AE5272-80E6-45D7-A0BC-5D66C120E2C4}" dt="2023-10-12T05:09:06.582" v="5546" actId="14100"/>
          <ac:picMkLst>
            <pc:docMk/>
            <pc:sldMk cId="2381135794" sldId="262"/>
            <ac:picMk id="4" creationId="{A9A99E40-0585-66FF-F6A5-58275CC97CD4}"/>
          </ac:picMkLst>
        </pc:picChg>
      </pc:sldChg>
      <pc:sldChg chg="addSp delSp modSp new mod setBg">
        <pc:chgData name="Ethan Ericson" userId="96577932-aa52-4476-a8c3-12318db0e52b" providerId="ADAL" clId="{B6AE5272-80E6-45D7-A0BC-5D66C120E2C4}" dt="2023-10-12T04:42:00.975" v="3723" actId="20577"/>
        <pc:sldMkLst>
          <pc:docMk/>
          <pc:sldMk cId="4225842048" sldId="263"/>
        </pc:sldMkLst>
        <pc:spChg chg="mod">
          <ac:chgData name="Ethan Ericson" userId="96577932-aa52-4476-a8c3-12318db0e52b" providerId="ADAL" clId="{B6AE5272-80E6-45D7-A0BC-5D66C120E2C4}" dt="2023-10-12T04:28:08.615" v="2910" actId="26606"/>
          <ac:spMkLst>
            <pc:docMk/>
            <pc:sldMk cId="4225842048" sldId="263"/>
            <ac:spMk id="2" creationId="{6B0E5778-BF61-886C-5E61-8BE2E4FCB195}"/>
          </ac:spMkLst>
        </pc:spChg>
        <pc:spChg chg="del mod">
          <ac:chgData name="Ethan Ericson" userId="96577932-aa52-4476-a8c3-12318db0e52b" providerId="ADAL" clId="{B6AE5272-80E6-45D7-A0BC-5D66C120E2C4}" dt="2023-10-12T04:27:58.467" v="2909"/>
          <ac:spMkLst>
            <pc:docMk/>
            <pc:sldMk cId="4225842048" sldId="263"/>
            <ac:spMk id="3" creationId="{6235FCDB-3559-5F91-F908-512B3005CFA9}"/>
          </ac:spMkLst>
        </pc:spChg>
        <pc:spChg chg="add del mod">
          <ac:chgData name="Ethan Ericson" userId="96577932-aa52-4476-a8c3-12318db0e52b" providerId="ADAL" clId="{B6AE5272-80E6-45D7-A0BC-5D66C120E2C4}" dt="2023-10-12T04:39:29.119" v="3545" actId="478"/>
          <ac:spMkLst>
            <pc:docMk/>
            <pc:sldMk cId="4225842048" sldId="263"/>
            <ac:spMk id="6" creationId="{D529F05A-1FBF-CBE1-7923-0B8C3243FC06}"/>
          </ac:spMkLst>
        </pc:spChg>
        <pc:spChg chg="add del">
          <ac:chgData name="Ethan Ericson" userId="96577932-aa52-4476-a8c3-12318db0e52b" providerId="ADAL" clId="{B6AE5272-80E6-45D7-A0BC-5D66C120E2C4}" dt="2023-10-12T04:28:08.615" v="2910" actId="26606"/>
          <ac:spMkLst>
            <pc:docMk/>
            <pc:sldMk cId="4225842048" sldId="263"/>
            <ac:spMk id="8" creationId="{CADF2543-1B6F-4FBC-A7AF-53A0430E05AB}"/>
          </ac:spMkLst>
        </pc:spChg>
        <pc:spChg chg="add mod">
          <ac:chgData name="Ethan Ericson" userId="96577932-aa52-4476-a8c3-12318db0e52b" providerId="ADAL" clId="{B6AE5272-80E6-45D7-A0BC-5D66C120E2C4}" dt="2023-10-12T04:42:00.975" v="3723" actId="20577"/>
          <ac:spMkLst>
            <pc:docMk/>
            <pc:sldMk cId="4225842048" sldId="263"/>
            <ac:spMk id="19" creationId="{72A96C80-A276-B391-1CF8-4ABC9E302DE3}"/>
          </ac:spMkLst>
        </pc:spChg>
        <pc:spChg chg="add">
          <ac:chgData name="Ethan Ericson" userId="96577932-aa52-4476-a8c3-12318db0e52b" providerId="ADAL" clId="{B6AE5272-80E6-45D7-A0BC-5D66C120E2C4}" dt="2023-10-12T04:28:08.615" v="2910" actId="26606"/>
          <ac:spMkLst>
            <pc:docMk/>
            <pc:sldMk cId="4225842048" sldId="263"/>
            <ac:spMk id="22" creationId="{F33B89E2-E847-4B79-AEE4-28DCD20BE2D0}"/>
          </ac:spMkLst>
        </pc:spChg>
        <pc:spChg chg="add">
          <ac:chgData name="Ethan Ericson" userId="96577932-aa52-4476-a8c3-12318db0e52b" providerId="ADAL" clId="{B6AE5272-80E6-45D7-A0BC-5D66C120E2C4}" dt="2023-10-12T04:28:08.615" v="2910" actId="26606"/>
          <ac:spMkLst>
            <pc:docMk/>
            <pc:sldMk cId="4225842048" sldId="263"/>
            <ac:spMk id="24" creationId="{24D53AC0-344E-463B-B145-F34C3400E371}"/>
          </ac:spMkLst>
        </pc:spChg>
        <pc:grpChg chg="add del">
          <ac:chgData name="Ethan Ericson" userId="96577932-aa52-4476-a8c3-12318db0e52b" providerId="ADAL" clId="{B6AE5272-80E6-45D7-A0BC-5D66C120E2C4}" dt="2023-10-12T04:28:08.615" v="2910" actId="26606"/>
          <ac:grpSpMkLst>
            <pc:docMk/>
            <pc:sldMk cId="4225842048" sldId="263"/>
            <ac:grpSpMk id="10" creationId="{A80A6E81-6B71-43DF-877B-E964A9A4CB68}"/>
          </ac:grpSpMkLst>
        </pc:grpChg>
        <pc:grpChg chg="add">
          <ac:chgData name="Ethan Ericson" userId="96577932-aa52-4476-a8c3-12318db0e52b" providerId="ADAL" clId="{B6AE5272-80E6-45D7-A0BC-5D66C120E2C4}" dt="2023-10-12T04:28:08.615" v="2910" actId="26606"/>
          <ac:grpSpMkLst>
            <pc:docMk/>
            <pc:sldMk cId="4225842048" sldId="263"/>
            <ac:grpSpMk id="26" creationId="{530D8B72-085C-40D5-B078-EB32B5890F51}"/>
          </ac:grpSpMkLst>
        </pc:grpChg>
        <pc:picChg chg="add mod">
          <ac:chgData name="Ethan Ericson" userId="96577932-aa52-4476-a8c3-12318db0e52b" providerId="ADAL" clId="{B6AE5272-80E6-45D7-A0BC-5D66C120E2C4}" dt="2023-10-12T04:28:08.615" v="2910" actId="26606"/>
          <ac:picMkLst>
            <pc:docMk/>
            <pc:sldMk cId="4225842048" sldId="263"/>
            <ac:picMk id="5" creationId="{54E328C9-3CDE-198E-C87F-835E2B0DF203}"/>
          </ac:picMkLst>
        </pc:picChg>
      </pc:sldChg>
      <pc:sldChg chg="addSp delSp modSp mod">
        <pc:chgData name="Ethan Ericson" userId="96577932-aa52-4476-a8c3-12318db0e52b" providerId="ADAL" clId="{B6AE5272-80E6-45D7-A0BC-5D66C120E2C4}" dt="2023-10-12T04:47:18.754" v="4320" actId="313"/>
        <pc:sldMkLst>
          <pc:docMk/>
          <pc:sldMk cId="263366875" sldId="264"/>
        </pc:sldMkLst>
        <pc:spChg chg="del">
          <ac:chgData name="Ethan Ericson" userId="96577932-aa52-4476-a8c3-12318db0e52b" providerId="ADAL" clId="{B6AE5272-80E6-45D7-A0BC-5D66C120E2C4}" dt="2023-10-12T04:28:34.715" v="2911"/>
          <ac:spMkLst>
            <pc:docMk/>
            <pc:sldMk cId="263366875" sldId="264"/>
            <ac:spMk id="19" creationId="{72A96C80-A276-B391-1CF8-4ABC9E302DE3}"/>
          </ac:spMkLst>
        </pc:spChg>
        <pc:spChg chg="del">
          <ac:chgData name="Ethan Ericson" userId="96577932-aa52-4476-a8c3-12318db0e52b" providerId="ADAL" clId="{B6AE5272-80E6-45D7-A0BC-5D66C120E2C4}" dt="2023-10-12T04:28:41.354" v="2914" actId="26606"/>
          <ac:spMkLst>
            <pc:docMk/>
            <pc:sldMk cId="263366875" sldId="264"/>
            <ac:spMk id="22" creationId="{F33B89E2-E847-4B79-AEE4-28DCD20BE2D0}"/>
          </ac:spMkLst>
        </pc:spChg>
        <pc:spChg chg="del">
          <ac:chgData name="Ethan Ericson" userId="96577932-aa52-4476-a8c3-12318db0e52b" providerId="ADAL" clId="{B6AE5272-80E6-45D7-A0BC-5D66C120E2C4}" dt="2023-10-12T04:28:41.354" v="2914" actId="26606"/>
          <ac:spMkLst>
            <pc:docMk/>
            <pc:sldMk cId="263366875" sldId="264"/>
            <ac:spMk id="24" creationId="{24D53AC0-344E-463B-B145-F34C3400E371}"/>
          </ac:spMkLst>
        </pc:spChg>
        <pc:spChg chg="add del">
          <ac:chgData name="Ethan Ericson" userId="96577932-aa52-4476-a8c3-12318db0e52b" providerId="ADAL" clId="{B6AE5272-80E6-45D7-A0BC-5D66C120E2C4}" dt="2023-10-12T04:28:49.066" v="2916"/>
          <ac:spMkLst>
            <pc:docMk/>
            <pc:sldMk cId="263366875" sldId="264"/>
            <ac:spMk id="35" creationId="{129F59F5-5D91-9547-515E-572A0B1EC02B}"/>
          </ac:spMkLst>
        </pc:spChg>
        <pc:spChg chg="add del">
          <ac:chgData name="Ethan Ericson" userId="96577932-aa52-4476-a8c3-12318db0e52b" providerId="ADAL" clId="{B6AE5272-80E6-45D7-A0BC-5D66C120E2C4}" dt="2023-10-12T04:28:50.932" v="2917" actId="26606"/>
          <ac:spMkLst>
            <pc:docMk/>
            <pc:sldMk cId="263366875" sldId="264"/>
            <ac:spMk id="38" creationId="{F33B89E2-E847-4B79-AEE4-28DCD20BE2D0}"/>
          </ac:spMkLst>
        </pc:spChg>
        <pc:spChg chg="add del">
          <ac:chgData name="Ethan Ericson" userId="96577932-aa52-4476-a8c3-12318db0e52b" providerId="ADAL" clId="{B6AE5272-80E6-45D7-A0BC-5D66C120E2C4}" dt="2023-10-12T04:28:50.932" v="2917" actId="26606"/>
          <ac:spMkLst>
            <pc:docMk/>
            <pc:sldMk cId="263366875" sldId="264"/>
            <ac:spMk id="40" creationId="{24D53AC0-344E-463B-B145-F34C3400E371}"/>
          </ac:spMkLst>
        </pc:spChg>
        <pc:spChg chg="add mod">
          <ac:chgData name="Ethan Ericson" userId="96577932-aa52-4476-a8c3-12318db0e52b" providerId="ADAL" clId="{B6AE5272-80E6-45D7-A0BC-5D66C120E2C4}" dt="2023-10-12T04:47:18.754" v="4320" actId="313"/>
          <ac:spMkLst>
            <pc:docMk/>
            <pc:sldMk cId="263366875" sldId="264"/>
            <ac:spMk id="51" creationId="{F33F4190-4B9F-A67D-1323-67F33AF20177}"/>
          </ac:spMkLst>
        </pc:spChg>
        <pc:spChg chg="add">
          <ac:chgData name="Ethan Ericson" userId="96577932-aa52-4476-a8c3-12318db0e52b" providerId="ADAL" clId="{B6AE5272-80E6-45D7-A0BC-5D66C120E2C4}" dt="2023-10-12T04:28:50.932" v="2917" actId="26606"/>
          <ac:spMkLst>
            <pc:docMk/>
            <pc:sldMk cId="263366875" sldId="264"/>
            <ac:spMk id="54" creationId="{F33B89E2-E847-4B79-AEE4-28DCD20BE2D0}"/>
          </ac:spMkLst>
        </pc:spChg>
        <pc:spChg chg="add">
          <ac:chgData name="Ethan Ericson" userId="96577932-aa52-4476-a8c3-12318db0e52b" providerId="ADAL" clId="{B6AE5272-80E6-45D7-A0BC-5D66C120E2C4}" dt="2023-10-12T04:28:50.932" v="2917" actId="26606"/>
          <ac:spMkLst>
            <pc:docMk/>
            <pc:sldMk cId="263366875" sldId="264"/>
            <ac:spMk id="56" creationId="{24D53AC0-344E-463B-B145-F34C3400E371}"/>
          </ac:spMkLst>
        </pc:spChg>
        <pc:grpChg chg="del">
          <ac:chgData name="Ethan Ericson" userId="96577932-aa52-4476-a8c3-12318db0e52b" providerId="ADAL" clId="{B6AE5272-80E6-45D7-A0BC-5D66C120E2C4}" dt="2023-10-12T04:28:41.354" v="2914" actId="26606"/>
          <ac:grpSpMkLst>
            <pc:docMk/>
            <pc:sldMk cId="263366875" sldId="264"/>
            <ac:grpSpMk id="26" creationId="{530D8B72-085C-40D5-B078-EB32B5890F51}"/>
          </ac:grpSpMkLst>
        </pc:grpChg>
        <pc:grpChg chg="add del">
          <ac:chgData name="Ethan Ericson" userId="96577932-aa52-4476-a8c3-12318db0e52b" providerId="ADAL" clId="{B6AE5272-80E6-45D7-A0BC-5D66C120E2C4}" dt="2023-10-12T04:28:50.932" v="2917" actId="26606"/>
          <ac:grpSpMkLst>
            <pc:docMk/>
            <pc:sldMk cId="263366875" sldId="264"/>
            <ac:grpSpMk id="42" creationId="{530D8B72-085C-40D5-B078-EB32B5890F51}"/>
          </ac:grpSpMkLst>
        </pc:grpChg>
        <pc:grpChg chg="add">
          <ac:chgData name="Ethan Ericson" userId="96577932-aa52-4476-a8c3-12318db0e52b" providerId="ADAL" clId="{B6AE5272-80E6-45D7-A0BC-5D66C120E2C4}" dt="2023-10-12T04:28:50.932" v="2917" actId="26606"/>
          <ac:grpSpMkLst>
            <pc:docMk/>
            <pc:sldMk cId="263366875" sldId="264"/>
            <ac:grpSpMk id="58" creationId="{530D8B72-085C-40D5-B078-EB32B5890F51}"/>
          </ac:grpSpMkLst>
        </pc:grpChg>
        <pc:picChg chg="add del mod">
          <ac:chgData name="Ethan Ericson" userId="96577932-aa52-4476-a8c3-12318db0e52b" providerId="ADAL" clId="{B6AE5272-80E6-45D7-A0BC-5D66C120E2C4}" dt="2023-10-12T04:28:45.334" v="2915" actId="478"/>
          <ac:picMkLst>
            <pc:docMk/>
            <pc:sldMk cId="263366875" sldId="264"/>
            <ac:picMk id="4" creationId="{658AD9AC-85DB-0A27-3DE7-6BECE4F9BDAE}"/>
          </ac:picMkLst>
        </pc:picChg>
        <pc:picChg chg="del">
          <ac:chgData name="Ethan Ericson" userId="96577932-aa52-4476-a8c3-12318db0e52b" providerId="ADAL" clId="{B6AE5272-80E6-45D7-A0BC-5D66C120E2C4}" dt="2023-10-12T04:28:39.382" v="2913" actId="478"/>
          <ac:picMkLst>
            <pc:docMk/>
            <pc:sldMk cId="263366875" sldId="264"/>
            <ac:picMk id="5" creationId="{54E328C9-3CDE-198E-C87F-835E2B0DF203}"/>
          </ac:picMkLst>
        </pc:picChg>
        <pc:picChg chg="add mod">
          <ac:chgData name="Ethan Ericson" userId="96577932-aa52-4476-a8c3-12318db0e52b" providerId="ADAL" clId="{B6AE5272-80E6-45D7-A0BC-5D66C120E2C4}" dt="2023-10-12T04:28:52.685" v="2919" actId="962"/>
          <ac:picMkLst>
            <pc:docMk/>
            <pc:sldMk cId="263366875" sldId="264"/>
            <ac:picMk id="7" creationId="{C18C4D46-2846-9318-14DD-708133C19623}"/>
          </ac:picMkLst>
        </pc:picChg>
      </pc:sldChg>
      <pc:sldChg chg="addSp delSp modSp mod">
        <pc:chgData name="Ethan Ericson" userId="96577932-aa52-4476-a8c3-12318db0e52b" providerId="ADAL" clId="{B6AE5272-80E6-45D7-A0BC-5D66C120E2C4}" dt="2023-10-12T05:14:30.961" v="5698" actId="20577"/>
        <pc:sldMkLst>
          <pc:docMk/>
          <pc:sldMk cId="2723383256" sldId="265"/>
        </pc:sldMkLst>
        <pc:spChg chg="mod">
          <ac:chgData name="Ethan Ericson" userId="96577932-aa52-4476-a8c3-12318db0e52b" providerId="ADAL" clId="{B6AE5272-80E6-45D7-A0BC-5D66C120E2C4}" dt="2023-10-12T05:12:55.939" v="5682" actId="1076"/>
          <ac:spMkLst>
            <pc:docMk/>
            <pc:sldMk cId="2723383256" sldId="265"/>
            <ac:spMk id="2" creationId="{6B0E5778-BF61-886C-5E61-8BE2E4FCB195}"/>
          </ac:spMkLst>
        </pc:spChg>
        <pc:spChg chg="del">
          <ac:chgData name="Ethan Ericson" userId="96577932-aa52-4476-a8c3-12318db0e52b" providerId="ADAL" clId="{B6AE5272-80E6-45D7-A0BC-5D66C120E2C4}" dt="2023-10-12T04:29:06.996" v="2920"/>
          <ac:spMkLst>
            <pc:docMk/>
            <pc:sldMk cId="2723383256" sldId="265"/>
            <ac:spMk id="19" creationId="{72A96C80-A276-B391-1CF8-4ABC9E302DE3}"/>
          </ac:spMkLst>
        </pc:spChg>
        <pc:spChg chg="del">
          <ac:chgData name="Ethan Ericson" userId="96577932-aa52-4476-a8c3-12318db0e52b" providerId="ADAL" clId="{B6AE5272-80E6-45D7-A0BC-5D66C120E2C4}" dt="2023-10-12T04:29:12.177" v="2923" actId="26606"/>
          <ac:spMkLst>
            <pc:docMk/>
            <pc:sldMk cId="2723383256" sldId="265"/>
            <ac:spMk id="22" creationId="{F33B89E2-E847-4B79-AEE4-28DCD20BE2D0}"/>
          </ac:spMkLst>
        </pc:spChg>
        <pc:spChg chg="del">
          <ac:chgData name="Ethan Ericson" userId="96577932-aa52-4476-a8c3-12318db0e52b" providerId="ADAL" clId="{B6AE5272-80E6-45D7-A0BC-5D66C120E2C4}" dt="2023-10-12T04:29:12.177" v="2923" actId="26606"/>
          <ac:spMkLst>
            <pc:docMk/>
            <pc:sldMk cId="2723383256" sldId="265"/>
            <ac:spMk id="24" creationId="{24D53AC0-344E-463B-B145-F34C3400E371}"/>
          </ac:spMkLst>
        </pc:spChg>
        <pc:spChg chg="add mod">
          <ac:chgData name="Ethan Ericson" userId="96577932-aa52-4476-a8c3-12318db0e52b" providerId="ADAL" clId="{B6AE5272-80E6-45D7-A0BC-5D66C120E2C4}" dt="2023-10-12T05:14:30.961" v="5698" actId="20577"/>
          <ac:spMkLst>
            <pc:docMk/>
            <pc:sldMk cId="2723383256" sldId="265"/>
            <ac:spMk id="35" creationId="{D25826D4-A868-CECD-C792-0A03CC046ABD}"/>
          </ac:spMkLst>
        </pc:spChg>
        <pc:spChg chg="add">
          <ac:chgData name="Ethan Ericson" userId="96577932-aa52-4476-a8c3-12318db0e52b" providerId="ADAL" clId="{B6AE5272-80E6-45D7-A0BC-5D66C120E2C4}" dt="2023-10-12T04:29:12.177" v="2923" actId="26606"/>
          <ac:spMkLst>
            <pc:docMk/>
            <pc:sldMk cId="2723383256" sldId="265"/>
            <ac:spMk id="38" creationId="{F33B89E2-E847-4B79-AEE4-28DCD20BE2D0}"/>
          </ac:spMkLst>
        </pc:spChg>
        <pc:spChg chg="add">
          <ac:chgData name="Ethan Ericson" userId="96577932-aa52-4476-a8c3-12318db0e52b" providerId="ADAL" clId="{B6AE5272-80E6-45D7-A0BC-5D66C120E2C4}" dt="2023-10-12T04:29:12.177" v="2923" actId="26606"/>
          <ac:spMkLst>
            <pc:docMk/>
            <pc:sldMk cId="2723383256" sldId="265"/>
            <ac:spMk id="40" creationId="{24D53AC0-344E-463B-B145-F34C3400E371}"/>
          </ac:spMkLst>
        </pc:spChg>
        <pc:grpChg chg="del">
          <ac:chgData name="Ethan Ericson" userId="96577932-aa52-4476-a8c3-12318db0e52b" providerId="ADAL" clId="{B6AE5272-80E6-45D7-A0BC-5D66C120E2C4}" dt="2023-10-12T04:29:12.177" v="2923" actId="26606"/>
          <ac:grpSpMkLst>
            <pc:docMk/>
            <pc:sldMk cId="2723383256" sldId="265"/>
            <ac:grpSpMk id="26" creationId="{530D8B72-085C-40D5-B078-EB32B5890F51}"/>
          </ac:grpSpMkLst>
        </pc:grpChg>
        <pc:grpChg chg="add">
          <ac:chgData name="Ethan Ericson" userId="96577932-aa52-4476-a8c3-12318db0e52b" providerId="ADAL" clId="{B6AE5272-80E6-45D7-A0BC-5D66C120E2C4}" dt="2023-10-12T04:29:12.177" v="2923" actId="26606"/>
          <ac:grpSpMkLst>
            <pc:docMk/>
            <pc:sldMk cId="2723383256" sldId="265"/>
            <ac:grpSpMk id="42" creationId="{530D8B72-085C-40D5-B078-EB32B5890F51}"/>
          </ac:grpSpMkLst>
        </pc:grpChg>
        <pc:picChg chg="add mod">
          <ac:chgData name="Ethan Ericson" userId="96577932-aa52-4476-a8c3-12318db0e52b" providerId="ADAL" clId="{B6AE5272-80E6-45D7-A0BC-5D66C120E2C4}" dt="2023-10-12T05:10:55.569" v="5551" actId="14100"/>
          <ac:picMkLst>
            <pc:docMk/>
            <pc:sldMk cId="2723383256" sldId="265"/>
            <ac:picMk id="4" creationId="{F4631616-F7EE-13AB-0330-F0DD64B21A1B}"/>
          </ac:picMkLst>
        </pc:picChg>
        <pc:picChg chg="del">
          <ac:chgData name="Ethan Ericson" userId="96577932-aa52-4476-a8c3-12318db0e52b" providerId="ADAL" clId="{B6AE5272-80E6-45D7-A0BC-5D66C120E2C4}" dt="2023-10-12T04:29:08.758" v="2921" actId="478"/>
          <ac:picMkLst>
            <pc:docMk/>
            <pc:sldMk cId="2723383256" sldId="265"/>
            <ac:picMk id="5" creationId="{54E328C9-3CDE-198E-C87F-835E2B0DF203}"/>
          </ac:picMkLst>
        </pc:picChg>
      </pc:sldChg>
      <pc:sldChg chg="addSp modSp new mod setBg">
        <pc:chgData name="Ethan Ericson" userId="96577932-aa52-4476-a8c3-12318db0e52b" providerId="ADAL" clId="{B6AE5272-80E6-45D7-A0BC-5D66C120E2C4}" dt="2023-10-12T05:15:15.719" v="5699" actId="1076"/>
        <pc:sldMkLst>
          <pc:docMk/>
          <pc:sldMk cId="2683632244" sldId="266"/>
        </pc:sldMkLst>
        <pc:spChg chg="mod">
          <ac:chgData name="Ethan Ericson" userId="96577932-aa52-4476-a8c3-12318db0e52b" providerId="ADAL" clId="{B6AE5272-80E6-45D7-A0BC-5D66C120E2C4}" dt="2023-10-12T05:07:31.280" v="5525" actId="20577"/>
          <ac:spMkLst>
            <pc:docMk/>
            <pc:sldMk cId="2683632244" sldId="266"/>
            <ac:spMk id="2" creationId="{594ADE3A-93E1-86FE-5D29-7F5FBEDBC661}"/>
          </ac:spMkLst>
        </pc:spChg>
        <pc:spChg chg="mod">
          <ac:chgData name="Ethan Ericson" userId="96577932-aa52-4476-a8c3-12318db0e52b" providerId="ADAL" clId="{B6AE5272-80E6-45D7-A0BC-5D66C120E2C4}" dt="2023-10-12T05:08:24.097" v="5544" actId="20577"/>
          <ac:spMkLst>
            <pc:docMk/>
            <pc:sldMk cId="2683632244" sldId="266"/>
            <ac:spMk id="3" creationId="{2538D504-C642-9503-779B-46521B3098C3}"/>
          </ac:spMkLst>
        </pc:spChg>
        <pc:spChg chg="add">
          <ac:chgData name="Ethan Ericson" userId="96577932-aa52-4476-a8c3-12318db0e52b" providerId="ADAL" clId="{B6AE5272-80E6-45D7-A0BC-5D66C120E2C4}" dt="2023-10-12T05:07:22.915" v="5514" actId="26606"/>
          <ac:spMkLst>
            <pc:docMk/>
            <pc:sldMk cId="2683632244" sldId="266"/>
            <ac:spMk id="8" creationId="{CADF2543-1B6F-4FBC-A7AF-53A0430E05AB}"/>
          </ac:spMkLst>
        </pc:spChg>
        <pc:grpChg chg="add">
          <ac:chgData name="Ethan Ericson" userId="96577932-aa52-4476-a8c3-12318db0e52b" providerId="ADAL" clId="{B6AE5272-80E6-45D7-A0BC-5D66C120E2C4}" dt="2023-10-12T05:07:22.915" v="5514" actId="26606"/>
          <ac:grpSpMkLst>
            <pc:docMk/>
            <pc:sldMk cId="2683632244" sldId="266"/>
            <ac:grpSpMk id="10" creationId="{A80A6E81-6B71-43DF-877B-E964A9A4CB68}"/>
          </ac:grpSpMkLst>
        </pc:grpChg>
        <pc:picChg chg="add mod">
          <ac:chgData name="Ethan Ericson" userId="96577932-aa52-4476-a8c3-12318db0e52b" providerId="ADAL" clId="{B6AE5272-80E6-45D7-A0BC-5D66C120E2C4}" dt="2023-10-12T05:15:15.719" v="5699" actId="1076"/>
          <ac:picMkLst>
            <pc:docMk/>
            <pc:sldMk cId="2683632244" sldId="266"/>
            <ac:picMk id="4" creationId="{EAA0197E-071C-A4BE-273F-F863C4619ECA}"/>
          </ac:picMkLst>
        </pc:picChg>
      </pc:sldChg>
      <pc:sldChg chg="addSp modSp new mod setBg">
        <pc:chgData name="Ethan Ericson" userId="96577932-aa52-4476-a8c3-12318db0e52b" providerId="ADAL" clId="{B6AE5272-80E6-45D7-A0BC-5D66C120E2C4}" dt="2023-10-12T16:47:15.825" v="5919"/>
        <pc:sldMkLst>
          <pc:docMk/>
          <pc:sldMk cId="2249558956" sldId="267"/>
        </pc:sldMkLst>
        <pc:spChg chg="mod">
          <ac:chgData name="Ethan Ericson" userId="96577932-aa52-4476-a8c3-12318db0e52b" providerId="ADAL" clId="{B6AE5272-80E6-45D7-A0BC-5D66C120E2C4}" dt="2023-10-12T05:15:35.376" v="5712" actId="20577"/>
          <ac:spMkLst>
            <pc:docMk/>
            <pc:sldMk cId="2249558956" sldId="267"/>
            <ac:spMk id="2" creationId="{8290884A-E2B8-4B3E-8EC4-37EFF57A132E}"/>
          </ac:spMkLst>
        </pc:spChg>
        <pc:spChg chg="mod">
          <ac:chgData name="Ethan Ericson" userId="96577932-aa52-4476-a8c3-12318db0e52b" providerId="ADAL" clId="{B6AE5272-80E6-45D7-A0BC-5D66C120E2C4}" dt="2023-10-12T05:19:17.777" v="5869" actId="20577"/>
          <ac:spMkLst>
            <pc:docMk/>
            <pc:sldMk cId="2249558956" sldId="267"/>
            <ac:spMk id="3" creationId="{95C1C81A-60E4-9776-865C-BB84E9E62B56}"/>
          </ac:spMkLst>
        </pc:spChg>
        <pc:spChg chg="add">
          <ac:chgData name="Ethan Ericson" userId="96577932-aa52-4476-a8c3-12318db0e52b" providerId="ADAL" clId="{B6AE5272-80E6-45D7-A0BC-5D66C120E2C4}" dt="2023-10-12T05:15:30.800" v="5701" actId="26606"/>
          <ac:spMkLst>
            <pc:docMk/>
            <pc:sldMk cId="2249558956" sldId="267"/>
            <ac:spMk id="8" creationId="{CADF2543-1B6F-4FBC-A7AF-53A0430E05AB}"/>
          </ac:spMkLst>
        </pc:spChg>
        <pc:grpChg chg="add">
          <ac:chgData name="Ethan Ericson" userId="96577932-aa52-4476-a8c3-12318db0e52b" providerId="ADAL" clId="{B6AE5272-80E6-45D7-A0BC-5D66C120E2C4}" dt="2023-10-12T05:15:30.800" v="5701" actId="26606"/>
          <ac:grpSpMkLst>
            <pc:docMk/>
            <pc:sldMk cId="2249558956" sldId="267"/>
            <ac:grpSpMk id="10" creationId="{A80A6E81-6B71-43DF-877B-E964A9A4CB68}"/>
          </ac:grpSpMkLst>
        </pc:grpChg>
        <pc:picChg chg="add mod">
          <ac:chgData name="Ethan Ericson" userId="96577932-aa52-4476-a8c3-12318db0e52b" providerId="ADAL" clId="{B6AE5272-80E6-45D7-A0BC-5D66C120E2C4}" dt="2023-10-12T16:47:15.825" v="5919"/>
          <ac:picMkLst>
            <pc:docMk/>
            <pc:sldMk cId="2249558956" sldId="267"/>
            <ac:picMk id="5" creationId="{62B44F0D-5A14-79D0-5623-7637FBA026BB}"/>
          </ac:picMkLst>
        </pc:picChg>
      </pc:sldChg>
      <pc:sldMasterChg chg="add del addSldLayout delSldLayout">
        <pc:chgData name="Ethan Ericson" userId="96577932-aa52-4476-a8c3-12318db0e52b" providerId="ADAL" clId="{B6AE5272-80E6-45D7-A0BC-5D66C120E2C4}" dt="2023-09-23T03:33:36.607" v="6" actId="26606"/>
        <pc:sldMasterMkLst>
          <pc:docMk/>
          <pc:sldMasterMk cId="3320639504" sldId="2147483648"/>
        </pc:sldMasterMkLst>
        <pc:sldLayoutChg chg="add del">
          <pc:chgData name="Ethan Ericson" userId="96577932-aa52-4476-a8c3-12318db0e52b" providerId="ADAL" clId="{B6AE5272-80E6-45D7-A0BC-5D66C120E2C4}" dt="2023-09-23T03:33:36.607" v="6" actId="26606"/>
          <pc:sldLayoutMkLst>
            <pc:docMk/>
            <pc:sldMasterMk cId="3320639504" sldId="2147483648"/>
            <pc:sldLayoutMk cId="3425597215" sldId="2147483649"/>
          </pc:sldLayoutMkLst>
        </pc:sldLayoutChg>
        <pc:sldLayoutChg chg="add del">
          <pc:chgData name="Ethan Ericson" userId="96577932-aa52-4476-a8c3-12318db0e52b" providerId="ADAL" clId="{B6AE5272-80E6-45D7-A0BC-5D66C120E2C4}" dt="2023-09-23T03:33:36.607" v="6" actId="26606"/>
          <pc:sldLayoutMkLst>
            <pc:docMk/>
            <pc:sldMasterMk cId="3320639504" sldId="2147483648"/>
            <pc:sldLayoutMk cId="856109930" sldId="2147483650"/>
          </pc:sldLayoutMkLst>
        </pc:sldLayoutChg>
        <pc:sldLayoutChg chg="add del">
          <pc:chgData name="Ethan Ericson" userId="96577932-aa52-4476-a8c3-12318db0e52b" providerId="ADAL" clId="{B6AE5272-80E6-45D7-A0BC-5D66C120E2C4}" dt="2023-09-23T03:33:36.607" v="6" actId="26606"/>
          <pc:sldLayoutMkLst>
            <pc:docMk/>
            <pc:sldMasterMk cId="3320639504" sldId="2147483648"/>
            <pc:sldLayoutMk cId="3516823553" sldId="2147483651"/>
          </pc:sldLayoutMkLst>
        </pc:sldLayoutChg>
        <pc:sldLayoutChg chg="add del">
          <pc:chgData name="Ethan Ericson" userId="96577932-aa52-4476-a8c3-12318db0e52b" providerId="ADAL" clId="{B6AE5272-80E6-45D7-A0BC-5D66C120E2C4}" dt="2023-09-23T03:33:36.607" v="6" actId="26606"/>
          <pc:sldLayoutMkLst>
            <pc:docMk/>
            <pc:sldMasterMk cId="3320639504" sldId="2147483648"/>
            <pc:sldLayoutMk cId="3986131580" sldId="2147483652"/>
          </pc:sldLayoutMkLst>
        </pc:sldLayoutChg>
        <pc:sldLayoutChg chg="add del">
          <pc:chgData name="Ethan Ericson" userId="96577932-aa52-4476-a8c3-12318db0e52b" providerId="ADAL" clId="{B6AE5272-80E6-45D7-A0BC-5D66C120E2C4}" dt="2023-09-23T03:33:36.607" v="6" actId="26606"/>
          <pc:sldLayoutMkLst>
            <pc:docMk/>
            <pc:sldMasterMk cId="3320639504" sldId="2147483648"/>
            <pc:sldLayoutMk cId="2539316499" sldId="2147483653"/>
          </pc:sldLayoutMkLst>
        </pc:sldLayoutChg>
        <pc:sldLayoutChg chg="add del">
          <pc:chgData name="Ethan Ericson" userId="96577932-aa52-4476-a8c3-12318db0e52b" providerId="ADAL" clId="{B6AE5272-80E6-45D7-A0BC-5D66C120E2C4}" dt="2023-09-23T03:33:36.607" v="6" actId="26606"/>
          <pc:sldLayoutMkLst>
            <pc:docMk/>
            <pc:sldMasterMk cId="3320639504" sldId="2147483648"/>
            <pc:sldLayoutMk cId="1115043944" sldId="2147483654"/>
          </pc:sldLayoutMkLst>
        </pc:sldLayoutChg>
        <pc:sldLayoutChg chg="add del">
          <pc:chgData name="Ethan Ericson" userId="96577932-aa52-4476-a8c3-12318db0e52b" providerId="ADAL" clId="{B6AE5272-80E6-45D7-A0BC-5D66C120E2C4}" dt="2023-09-23T03:33:36.607" v="6" actId="26606"/>
          <pc:sldLayoutMkLst>
            <pc:docMk/>
            <pc:sldMasterMk cId="3320639504" sldId="2147483648"/>
            <pc:sldLayoutMk cId="826279212" sldId="2147483655"/>
          </pc:sldLayoutMkLst>
        </pc:sldLayoutChg>
        <pc:sldLayoutChg chg="add del">
          <pc:chgData name="Ethan Ericson" userId="96577932-aa52-4476-a8c3-12318db0e52b" providerId="ADAL" clId="{B6AE5272-80E6-45D7-A0BC-5D66C120E2C4}" dt="2023-09-23T03:33:36.607" v="6" actId="26606"/>
          <pc:sldLayoutMkLst>
            <pc:docMk/>
            <pc:sldMasterMk cId="3320639504" sldId="2147483648"/>
            <pc:sldLayoutMk cId="772528669" sldId="2147483656"/>
          </pc:sldLayoutMkLst>
        </pc:sldLayoutChg>
        <pc:sldLayoutChg chg="add del">
          <pc:chgData name="Ethan Ericson" userId="96577932-aa52-4476-a8c3-12318db0e52b" providerId="ADAL" clId="{B6AE5272-80E6-45D7-A0BC-5D66C120E2C4}" dt="2023-09-23T03:33:36.607" v="6" actId="26606"/>
          <pc:sldLayoutMkLst>
            <pc:docMk/>
            <pc:sldMasterMk cId="3320639504" sldId="2147483648"/>
            <pc:sldLayoutMk cId="3561832495" sldId="2147483657"/>
          </pc:sldLayoutMkLst>
        </pc:sldLayoutChg>
        <pc:sldLayoutChg chg="add del">
          <pc:chgData name="Ethan Ericson" userId="96577932-aa52-4476-a8c3-12318db0e52b" providerId="ADAL" clId="{B6AE5272-80E6-45D7-A0BC-5D66C120E2C4}" dt="2023-09-23T03:33:36.607" v="6" actId="26606"/>
          <pc:sldLayoutMkLst>
            <pc:docMk/>
            <pc:sldMasterMk cId="3320639504" sldId="2147483648"/>
            <pc:sldLayoutMk cId="1649166485" sldId="2147483658"/>
          </pc:sldLayoutMkLst>
        </pc:sldLayoutChg>
        <pc:sldLayoutChg chg="add del">
          <pc:chgData name="Ethan Ericson" userId="96577932-aa52-4476-a8c3-12318db0e52b" providerId="ADAL" clId="{B6AE5272-80E6-45D7-A0BC-5D66C120E2C4}" dt="2023-09-23T03:33:36.607" v="6" actId="26606"/>
          <pc:sldLayoutMkLst>
            <pc:docMk/>
            <pc:sldMasterMk cId="3320639504" sldId="2147483648"/>
            <pc:sldLayoutMk cId="3490414204" sldId="2147483659"/>
          </pc:sldLayoutMkLst>
        </pc:sldLayoutChg>
      </pc:sldMasterChg>
      <pc:sldMasterChg chg="add del addSldLayout delSldLayout">
        <pc:chgData name="Ethan Ericson" userId="96577932-aa52-4476-a8c3-12318db0e52b" providerId="ADAL" clId="{B6AE5272-80E6-45D7-A0BC-5D66C120E2C4}" dt="2023-09-23T03:33:36.564" v="5" actId="26606"/>
        <pc:sldMasterMkLst>
          <pc:docMk/>
          <pc:sldMasterMk cId="4035805278" sldId="2147483673"/>
        </pc:sldMasterMkLst>
        <pc:sldLayoutChg chg="add del">
          <pc:chgData name="Ethan Ericson" userId="96577932-aa52-4476-a8c3-12318db0e52b" providerId="ADAL" clId="{B6AE5272-80E6-45D7-A0BC-5D66C120E2C4}" dt="2023-09-23T03:33:36.564" v="5" actId="26606"/>
          <pc:sldLayoutMkLst>
            <pc:docMk/>
            <pc:sldMasterMk cId="4035805278" sldId="2147483673"/>
            <pc:sldLayoutMk cId="2205275437" sldId="2147483662"/>
          </pc:sldLayoutMkLst>
        </pc:sldLayoutChg>
        <pc:sldLayoutChg chg="add del">
          <pc:chgData name="Ethan Ericson" userId="96577932-aa52-4476-a8c3-12318db0e52b" providerId="ADAL" clId="{B6AE5272-80E6-45D7-A0BC-5D66C120E2C4}" dt="2023-09-23T03:33:36.564" v="5" actId="26606"/>
          <pc:sldLayoutMkLst>
            <pc:docMk/>
            <pc:sldMasterMk cId="4035805278" sldId="2147483673"/>
            <pc:sldLayoutMk cId="2411086466" sldId="2147483663"/>
          </pc:sldLayoutMkLst>
        </pc:sldLayoutChg>
        <pc:sldLayoutChg chg="add del">
          <pc:chgData name="Ethan Ericson" userId="96577932-aa52-4476-a8c3-12318db0e52b" providerId="ADAL" clId="{B6AE5272-80E6-45D7-A0BC-5D66C120E2C4}" dt="2023-09-23T03:33:36.564" v="5" actId="26606"/>
          <pc:sldLayoutMkLst>
            <pc:docMk/>
            <pc:sldMasterMk cId="4035805278" sldId="2147483673"/>
            <pc:sldLayoutMk cId="2344918259" sldId="2147483664"/>
          </pc:sldLayoutMkLst>
        </pc:sldLayoutChg>
        <pc:sldLayoutChg chg="add del">
          <pc:chgData name="Ethan Ericson" userId="96577932-aa52-4476-a8c3-12318db0e52b" providerId="ADAL" clId="{B6AE5272-80E6-45D7-A0BC-5D66C120E2C4}" dt="2023-09-23T03:33:36.564" v="5" actId="26606"/>
          <pc:sldLayoutMkLst>
            <pc:docMk/>
            <pc:sldMasterMk cId="4035805278" sldId="2147483673"/>
            <pc:sldLayoutMk cId="2843660481" sldId="2147483665"/>
          </pc:sldLayoutMkLst>
        </pc:sldLayoutChg>
        <pc:sldLayoutChg chg="add del">
          <pc:chgData name="Ethan Ericson" userId="96577932-aa52-4476-a8c3-12318db0e52b" providerId="ADAL" clId="{B6AE5272-80E6-45D7-A0BC-5D66C120E2C4}" dt="2023-09-23T03:33:36.564" v="5" actId="26606"/>
          <pc:sldLayoutMkLst>
            <pc:docMk/>
            <pc:sldMasterMk cId="4035805278" sldId="2147483673"/>
            <pc:sldLayoutMk cId="2372292823" sldId="2147483666"/>
          </pc:sldLayoutMkLst>
        </pc:sldLayoutChg>
        <pc:sldLayoutChg chg="add del">
          <pc:chgData name="Ethan Ericson" userId="96577932-aa52-4476-a8c3-12318db0e52b" providerId="ADAL" clId="{B6AE5272-80E6-45D7-A0BC-5D66C120E2C4}" dt="2023-09-23T03:33:36.564" v="5" actId="26606"/>
          <pc:sldLayoutMkLst>
            <pc:docMk/>
            <pc:sldMasterMk cId="4035805278" sldId="2147483673"/>
            <pc:sldLayoutMk cId="4287598007" sldId="2147483667"/>
          </pc:sldLayoutMkLst>
        </pc:sldLayoutChg>
        <pc:sldLayoutChg chg="add del">
          <pc:chgData name="Ethan Ericson" userId="96577932-aa52-4476-a8c3-12318db0e52b" providerId="ADAL" clId="{B6AE5272-80E6-45D7-A0BC-5D66C120E2C4}" dt="2023-09-23T03:33:36.564" v="5" actId="26606"/>
          <pc:sldLayoutMkLst>
            <pc:docMk/>
            <pc:sldMasterMk cId="4035805278" sldId="2147483673"/>
            <pc:sldLayoutMk cId="2667541497" sldId="2147483668"/>
          </pc:sldLayoutMkLst>
        </pc:sldLayoutChg>
        <pc:sldLayoutChg chg="add del">
          <pc:chgData name="Ethan Ericson" userId="96577932-aa52-4476-a8c3-12318db0e52b" providerId="ADAL" clId="{B6AE5272-80E6-45D7-A0BC-5D66C120E2C4}" dt="2023-09-23T03:33:36.564" v="5" actId="26606"/>
          <pc:sldLayoutMkLst>
            <pc:docMk/>
            <pc:sldMasterMk cId="4035805278" sldId="2147483673"/>
            <pc:sldLayoutMk cId="2912805308" sldId="2147483669"/>
          </pc:sldLayoutMkLst>
        </pc:sldLayoutChg>
        <pc:sldLayoutChg chg="add del">
          <pc:chgData name="Ethan Ericson" userId="96577932-aa52-4476-a8c3-12318db0e52b" providerId="ADAL" clId="{B6AE5272-80E6-45D7-A0BC-5D66C120E2C4}" dt="2023-09-23T03:33:36.564" v="5" actId="26606"/>
          <pc:sldLayoutMkLst>
            <pc:docMk/>
            <pc:sldMasterMk cId="4035805278" sldId="2147483673"/>
            <pc:sldLayoutMk cId="115689402" sldId="2147483670"/>
          </pc:sldLayoutMkLst>
        </pc:sldLayoutChg>
        <pc:sldLayoutChg chg="add del">
          <pc:chgData name="Ethan Ericson" userId="96577932-aa52-4476-a8c3-12318db0e52b" providerId="ADAL" clId="{B6AE5272-80E6-45D7-A0BC-5D66C120E2C4}" dt="2023-09-23T03:33:36.564" v="5" actId="26606"/>
          <pc:sldLayoutMkLst>
            <pc:docMk/>
            <pc:sldMasterMk cId="4035805278" sldId="2147483673"/>
            <pc:sldLayoutMk cId="1805736159" sldId="2147483671"/>
          </pc:sldLayoutMkLst>
        </pc:sldLayoutChg>
        <pc:sldLayoutChg chg="add del">
          <pc:chgData name="Ethan Ericson" userId="96577932-aa52-4476-a8c3-12318db0e52b" providerId="ADAL" clId="{B6AE5272-80E6-45D7-A0BC-5D66C120E2C4}" dt="2023-09-23T03:33:36.564" v="5" actId="26606"/>
          <pc:sldLayoutMkLst>
            <pc:docMk/>
            <pc:sldMasterMk cId="4035805278" sldId="2147483673"/>
            <pc:sldLayoutMk cId="1978934780" sldId="2147483672"/>
          </pc:sldLayoutMkLst>
        </pc:sldLayoutChg>
      </pc:sldMasterChg>
      <pc:sldMasterChg chg="add del addSldLayout delSldLayout">
        <pc:chgData name="Ethan Ericson" userId="96577932-aa52-4476-a8c3-12318db0e52b" providerId="ADAL" clId="{B6AE5272-80E6-45D7-A0BC-5D66C120E2C4}" dt="2023-09-23T03:33:29.885" v="3" actId="26606"/>
        <pc:sldMasterMkLst>
          <pc:docMk/>
          <pc:sldMasterMk cId="584667987" sldId="2147483738"/>
        </pc:sldMasterMkLst>
        <pc:sldLayoutChg chg="add del">
          <pc:chgData name="Ethan Ericson" userId="96577932-aa52-4476-a8c3-12318db0e52b" providerId="ADAL" clId="{B6AE5272-80E6-45D7-A0BC-5D66C120E2C4}" dt="2023-09-23T03:33:29.885" v="3" actId="26606"/>
          <pc:sldLayoutMkLst>
            <pc:docMk/>
            <pc:sldMasterMk cId="584667987" sldId="2147483738"/>
            <pc:sldLayoutMk cId="4054971238" sldId="2147483727"/>
          </pc:sldLayoutMkLst>
        </pc:sldLayoutChg>
        <pc:sldLayoutChg chg="add del">
          <pc:chgData name="Ethan Ericson" userId="96577932-aa52-4476-a8c3-12318db0e52b" providerId="ADAL" clId="{B6AE5272-80E6-45D7-A0BC-5D66C120E2C4}" dt="2023-09-23T03:33:29.885" v="3" actId="26606"/>
          <pc:sldLayoutMkLst>
            <pc:docMk/>
            <pc:sldMasterMk cId="584667987" sldId="2147483738"/>
            <pc:sldLayoutMk cId="3045733014" sldId="2147483728"/>
          </pc:sldLayoutMkLst>
        </pc:sldLayoutChg>
        <pc:sldLayoutChg chg="add del">
          <pc:chgData name="Ethan Ericson" userId="96577932-aa52-4476-a8c3-12318db0e52b" providerId="ADAL" clId="{B6AE5272-80E6-45D7-A0BC-5D66C120E2C4}" dt="2023-09-23T03:33:29.885" v="3" actId="26606"/>
          <pc:sldLayoutMkLst>
            <pc:docMk/>
            <pc:sldMasterMk cId="584667987" sldId="2147483738"/>
            <pc:sldLayoutMk cId="1247094506" sldId="2147483729"/>
          </pc:sldLayoutMkLst>
        </pc:sldLayoutChg>
        <pc:sldLayoutChg chg="add del">
          <pc:chgData name="Ethan Ericson" userId="96577932-aa52-4476-a8c3-12318db0e52b" providerId="ADAL" clId="{B6AE5272-80E6-45D7-A0BC-5D66C120E2C4}" dt="2023-09-23T03:33:29.885" v="3" actId="26606"/>
          <pc:sldLayoutMkLst>
            <pc:docMk/>
            <pc:sldMasterMk cId="584667987" sldId="2147483738"/>
            <pc:sldLayoutMk cId="762460426" sldId="2147483730"/>
          </pc:sldLayoutMkLst>
        </pc:sldLayoutChg>
        <pc:sldLayoutChg chg="add del">
          <pc:chgData name="Ethan Ericson" userId="96577932-aa52-4476-a8c3-12318db0e52b" providerId="ADAL" clId="{B6AE5272-80E6-45D7-A0BC-5D66C120E2C4}" dt="2023-09-23T03:33:29.885" v="3" actId="26606"/>
          <pc:sldLayoutMkLst>
            <pc:docMk/>
            <pc:sldMasterMk cId="584667987" sldId="2147483738"/>
            <pc:sldLayoutMk cId="3973850675" sldId="2147483731"/>
          </pc:sldLayoutMkLst>
        </pc:sldLayoutChg>
        <pc:sldLayoutChg chg="add del">
          <pc:chgData name="Ethan Ericson" userId="96577932-aa52-4476-a8c3-12318db0e52b" providerId="ADAL" clId="{B6AE5272-80E6-45D7-A0BC-5D66C120E2C4}" dt="2023-09-23T03:33:29.885" v="3" actId="26606"/>
          <pc:sldLayoutMkLst>
            <pc:docMk/>
            <pc:sldMasterMk cId="584667987" sldId="2147483738"/>
            <pc:sldLayoutMk cId="3371087264" sldId="2147483732"/>
          </pc:sldLayoutMkLst>
        </pc:sldLayoutChg>
        <pc:sldLayoutChg chg="add del">
          <pc:chgData name="Ethan Ericson" userId="96577932-aa52-4476-a8c3-12318db0e52b" providerId="ADAL" clId="{B6AE5272-80E6-45D7-A0BC-5D66C120E2C4}" dt="2023-09-23T03:33:29.885" v="3" actId="26606"/>
          <pc:sldLayoutMkLst>
            <pc:docMk/>
            <pc:sldMasterMk cId="584667987" sldId="2147483738"/>
            <pc:sldLayoutMk cId="834789621" sldId="2147483733"/>
          </pc:sldLayoutMkLst>
        </pc:sldLayoutChg>
        <pc:sldLayoutChg chg="add del">
          <pc:chgData name="Ethan Ericson" userId="96577932-aa52-4476-a8c3-12318db0e52b" providerId="ADAL" clId="{B6AE5272-80E6-45D7-A0BC-5D66C120E2C4}" dt="2023-09-23T03:33:29.885" v="3" actId="26606"/>
          <pc:sldLayoutMkLst>
            <pc:docMk/>
            <pc:sldMasterMk cId="584667987" sldId="2147483738"/>
            <pc:sldLayoutMk cId="674731865" sldId="2147483734"/>
          </pc:sldLayoutMkLst>
        </pc:sldLayoutChg>
        <pc:sldLayoutChg chg="add del">
          <pc:chgData name="Ethan Ericson" userId="96577932-aa52-4476-a8c3-12318db0e52b" providerId="ADAL" clId="{B6AE5272-80E6-45D7-A0BC-5D66C120E2C4}" dt="2023-09-23T03:33:29.885" v="3" actId="26606"/>
          <pc:sldLayoutMkLst>
            <pc:docMk/>
            <pc:sldMasterMk cId="584667987" sldId="2147483738"/>
            <pc:sldLayoutMk cId="3873722585" sldId="2147483735"/>
          </pc:sldLayoutMkLst>
        </pc:sldLayoutChg>
        <pc:sldLayoutChg chg="add del">
          <pc:chgData name="Ethan Ericson" userId="96577932-aa52-4476-a8c3-12318db0e52b" providerId="ADAL" clId="{B6AE5272-80E6-45D7-A0BC-5D66C120E2C4}" dt="2023-09-23T03:33:29.885" v="3" actId="26606"/>
          <pc:sldLayoutMkLst>
            <pc:docMk/>
            <pc:sldMasterMk cId="584667987" sldId="2147483738"/>
            <pc:sldLayoutMk cId="1153191310" sldId="2147483736"/>
          </pc:sldLayoutMkLst>
        </pc:sldLayoutChg>
        <pc:sldLayoutChg chg="add del">
          <pc:chgData name="Ethan Ericson" userId="96577932-aa52-4476-a8c3-12318db0e52b" providerId="ADAL" clId="{B6AE5272-80E6-45D7-A0BC-5D66C120E2C4}" dt="2023-09-23T03:33:29.885" v="3" actId="26606"/>
          <pc:sldLayoutMkLst>
            <pc:docMk/>
            <pc:sldMasterMk cId="584667987" sldId="2147483738"/>
            <pc:sldLayoutMk cId="3885109307" sldId="2147483737"/>
          </pc:sldLayoutMkLst>
        </pc:sldLayoutChg>
      </pc:sldMasterChg>
      <pc:sldMasterChg chg="add addSldLayout">
        <pc:chgData name="Ethan Ericson" userId="96577932-aa52-4476-a8c3-12318db0e52b" providerId="ADAL" clId="{B6AE5272-80E6-45D7-A0BC-5D66C120E2C4}" dt="2023-09-23T03:33:36.607" v="6" actId="26606"/>
        <pc:sldMasterMkLst>
          <pc:docMk/>
          <pc:sldMasterMk cId="4158316291" sldId="2147483739"/>
        </pc:sldMasterMkLst>
        <pc:sldLayoutChg chg="add">
          <pc:chgData name="Ethan Ericson" userId="96577932-aa52-4476-a8c3-12318db0e52b" providerId="ADAL" clId="{B6AE5272-80E6-45D7-A0BC-5D66C120E2C4}" dt="2023-09-23T03:33:36.607" v="6" actId="26606"/>
          <pc:sldLayoutMkLst>
            <pc:docMk/>
            <pc:sldMasterMk cId="4158316291" sldId="2147483739"/>
            <pc:sldLayoutMk cId="927764447" sldId="2147483728"/>
          </pc:sldLayoutMkLst>
        </pc:sldLayoutChg>
        <pc:sldLayoutChg chg="add">
          <pc:chgData name="Ethan Ericson" userId="96577932-aa52-4476-a8c3-12318db0e52b" providerId="ADAL" clId="{B6AE5272-80E6-45D7-A0BC-5D66C120E2C4}" dt="2023-09-23T03:33:36.607" v="6" actId="26606"/>
          <pc:sldLayoutMkLst>
            <pc:docMk/>
            <pc:sldMasterMk cId="4158316291" sldId="2147483739"/>
            <pc:sldLayoutMk cId="3626778928" sldId="2147483729"/>
          </pc:sldLayoutMkLst>
        </pc:sldLayoutChg>
        <pc:sldLayoutChg chg="add">
          <pc:chgData name="Ethan Ericson" userId="96577932-aa52-4476-a8c3-12318db0e52b" providerId="ADAL" clId="{B6AE5272-80E6-45D7-A0BC-5D66C120E2C4}" dt="2023-09-23T03:33:36.607" v="6" actId="26606"/>
          <pc:sldLayoutMkLst>
            <pc:docMk/>
            <pc:sldMasterMk cId="4158316291" sldId="2147483739"/>
            <pc:sldLayoutMk cId="1431586548" sldId="2147483730"/>
          </pc:sldLayoutMkLst>
        </pc:sldLayoutChg>
        <pc:sldLayoutChg chg="add">
          <pc:chgData name="Ethan Ericson" userId="96577932-aa52-4476-a8c3-12318db0e52b" providerId="ADAL" clId="{B6AE5272-80E6-45D7-A0BC-5D66C120E2C4}" dt="2023-09-23T03:33:36.607" v="6" actId="26606"/>
          <pc:sldLayoutMkLst>
            <pc:docMk/>
            <pc:sldMasterMk cId="4158316291" sldId="2147483739"/>
            <pc:sldLayoutMk cId="1446667816" sldId="2147483731"/>
          </pc:sldLayoutMkLst>
        </pc:sldLayoutChg>
        <pc:sldLayoutChg chg="add">
          <pc:chgData name="Ethan Ericson" userId="96577932-aa52-4476-a8c3-12318db0e52b" providerId="ADAL" clId="{B6AE5272-80E6-45D7-A0BC-5D66C120E2C4}" dt="2023-09-23T03:33:36.607" v="6" actId="26606"/>
          <pc:sldLayoutMkLst>
            <pc:docMk/>
            <pc:sldMasterMk cId="4158316291" sldId="2147483739"/>
            <pc:sldLayoutMk cId="3353392072" sldId="2147483732"/>
          </pc:sldLayoutMkLst>
        </pc:sldLayoutChg>
        <pc:sldLayoutChg chg="add">
          <pc:chgData name="Ethan Ericson" userId="96577932-aa52-4476-a8c3-12318db0e52b" providerId="ADAL" clId="{B6AE5272-80E6-45D7-A0BC-5D66C120E2C4}" dt="2023-09-23T03:33:36.607" v="6" actId="26606"/>
          <pc:sldLayoutMkLst>
            <pc:docMk/>
            <pc:sldMasterMk cId="4158316291" sldId="2147483739"/>
            <pc:sldLayoutMk cId="2750944193" sldId="2147483733"/>
          </pc:sldLayoutMkLst>
        </pc:sldLayoutChg>
        <pc:sldLayoutChg chg="add">
          <pc:chgData name="Ethan Ericson" userId="96577932-aa52-4476-a8c3-12318db0e52b" providerId="ADAL" clId="{B6AE5272-80E6-45D7-A0BC-5D66C120E2C4}" dt="2023-09-23T03:33:36.607" v="6" actId="26606"/>
          <pc:sldLayoutMkLst>
            <pc:docMk/>
            <pc:sldMasterMk cId="4158316291" sldId="2147483739"/>
            <pc:sldLayoutMk cId="2706510289" sldId="2147483734"/>
          </pc:sldLayoutMkLst>
        </pc:sldLayoutChg>
        <pc:sldLayoutChg chg="add">
          <pc:chgData name="Ethan Ericson" userId="96577932-aa52-4476-a8c3-12318db0e52b" providerId="ADAL" clId="{B6AE5272-80E6-45D7-A0BC-5D66C120E2C4}" dt="2023-09-23T03:33:36.607" v="6" actId="26606"/>
          <pc:sldLayoutMkLst>
            <pc:docMk/>
            <pc:sldMasterMk cId="4158316291" sldId="2147483739"/>
            <pc:sldLayoutMk cId="705706981" sldId="2147483735"/>
          </pc:sldLayoutMkLst>
        </pc:sldLayoutChg>
        <pc:sldLayoutChg chg="add">
          <pc:chgData name="Ethan Ericson" userId="96577932-aa52-4476-a8c3-12318db0e52b" providerId="ADAL" clId="{B6AE5272-80E6-45D7-A0BC-5D66C120E2C4}" dt="2023-09-23T03:33:36.607" v="6" actId="26606"/>
          <pc:sldLayoutMkLst>
            <pc:docMk/>
            <pc:sldMasterMk cId="4158316291" sldId="2147483739"/>
            <pc:sldLayoutMk cId="2544742338" sldId="2147483736"/>
          </pc:sldLayoutMkLst>
        </pc:sldLayoutChg>
        <pc:sldLayoutChg chg="add">
          <pc:chgData name="Ethan Ericson" userId="96577932-aa52-4476-a8c3-12318db0e52b" providerId="ADAL" clId="{B6AE5272-80E6-45D7-A0BC-5D66C120E2C4}" dt="2023-09-23T03:33:36.607" v="6" actId="26606"/>
          <pc:sldLayoutMkLst>
            <pc:docMk/>
            <pc:sldMasterMk cId="4158316291" sldId="2147483739"/>
            <pc:sldLayoutMk cId="2230463906" sldId="2147483737"/>
          </pc:sldLayoutMkLst>
        </pc:sldLayoutChg>
        <pc:sldLayoutChg chg="add">
          <pc:chgData name="Ethan Ericson" userId="96577932-aa52-4476-a8c3-12318db0e52b" providerId="ADAL" clId="{B6AE5272-80E6-45D7-A0BC-5D66C120E2C4}" dt="2023-09-23T03:33:36.607" v="6" actId="26606"/>
          <pc:sldLayoutMkLst>
            <pc:docMk/>
            <pc:sldMasterMk cId="4158316291" sldId="2147483739"/>
            <pc:sldLayoutMk cId="1530693698" sldId="2147483738"/>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A6662E-FAF4-44BC-88B5-85A7CBFB6D30}" type="datetime1">
              <a:rPr lang="en-US" smtClean="0"/>
              <a:pPr/>
              <a:t>10/13/2023</a:t>
            </a:fld>
            <a:endParaRPr lang="en-US" dirty="0"/>
          </a:p>
        </p:txBody>
      </p:sp>
      <p:sp>
        <p:nvSpPr>
          <p:cNvPr id="5" name="Footer Placeholder 4"/>
          <p:cNvSpPr>
            <a:spLocks noGrp="1"/>
          </p:cNvSpPr>
          <p:nvPr>
            <p:ph type="ftr" sz="quarter" idx="11"/>
          </p:nvPr>
        </p:nvSpPr>
        <p:spPr/>
        <p:txBody>
          <a:bodyPr/>
          <a:lstStyle/>
          <a:p>
            <a:endParaRPr lang="en-US">
              <a:solidFill>
                <a:schemeClr val="tx1">
                  <a:alpha val="60000"/>
                </a:schemeClr>
              </a:solidFill>
            </a:endParaRPr>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7275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55F08A-1E71-4B2B-BB49-E743F2903911}" type="datetime1">
              <a:rPr lang="en-US" smtClean="0"/>
              <a:t>10/13/2023</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455590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417D9E-721A-44BB-8863-9873FE64DA75}" type="datetime1">
              <a:rPr lang="en-US" smtClean="0"/>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992194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31DA2F-80B8-49CF-99FB-5ABCA53A607A}" type="datetime1">
              <a:rPr lang="en-US" smtClean="0"/>
              <a:t>10/13/2023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954132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852172-E6C9-4B6C-929A-A9DE3837BBF1}" type="datetime1">
              <a:rPr lang="en-US" smtClean="0"/>
              <a:t>10/13/2023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500613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AB41CFF-90C9-47B3-9DA1-F2BF8D839F7E}" type="datetime1">
              <a:rPr lang="en-US" smtClean="0"/>
              <a:t>10/13/2023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649710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6048FA-06AB-4884-A69B-986B96E68A24}" type="datetime1">
              <a:rPr lang="en-US" smtClean="0"/>
              <a:t>10/13/2023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516282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DB7ABA-0172-4F9C-889D-567164F66BCD}" type="datetime1">
              <a:rPr lang="en-US" smtClean="0"/>
              <a:t>10/13/2023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384171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AC6A5B-8AE7-4A41-B5A7-9ADC6686DC18}" type="datetime1">
              <a:rPr lang="en-US" smtClean="0"/>
              <a:t>10/13/2023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962050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57E0CF6C-748E-4B7A-BC8B-3011EF78ED13}" type="datetime1">
              <a:rPr lang="en-US" smtClean="0"/>
              <a:pPr/>
              <a:t>10/13/2023</a:t>
            </a:fld>
            <a:endParaRPr lang="en-US" dirty="0"/>
          </a:p>
        </p:txBody>
      </p:sp>
      <p:sp>
        <p:nvSpPr>
          <p:cNvPr id="4" name="Footer Placeholder 3"/>
          <p:cNvSpPr>
            <a:spLocks noGrp="1"/>
          </p:cNvSpPr>
          <p:nvPr>
            <p:ph type="ftr" sz="quarter" idx="11"/>
          </p:nvPr>
        </p:nvSpPr>
        <p:spPr/>
        <p:txBody>
          <a:bodyPr/>
          <a:lstStyle/>
          <a:p>
            <a:endParaRPr lang="en-US" dirty="0">
              <a:solidFill>
                <a:schemeClr val="tx1">
                  <a:alpha val="60000"/>
                </a:schemeClr>
              </a:solidFill>
            </a:endParaRPr>
          </a:p>
        </p:txBody>
      </p:sp>
      <p:sp>
        <p:nvSpPr>
          <p:cNvPr id="5" name="Slide Number Placeholder 4"/>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201448658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E0CF6C-748E-4B7A-BC8B-3011EF78ED13}" type="datetime1">
              <a:rPr lang="en-US" smtClean="0"/>
              <a:pPr/>
              <a:t>10/13/2023</a:t>
            </a:fld>
            <a:endParaRPr lang="en-US" dirty="0"/>
          </a:p>
        </p:txBody>
      </p:sp>
      <p:sp>
        <p:nvSpPr>
          <p:cNvPr id="5" name="Footer Placeholder 4"/>
          <p:cNvSpPr>
            <a:spLocks noGrp="1"/>
          </p:cNvSpPr>
          <p:nvPr>
            <p:ph type="ftr" sz="quarter" idx="11"/>
          </p:nvPr>
        </p:nvSpPr>
        <p:spPr/>
        <p:txBody>
          <a:bodyPr/>
          <a:lstStyle/>
          <a:p>
            <a:endParaRPr lang="en-US" dirty="0">
              <a:solidFill>
                <a:schemeClr val="tx1">
                  <a:alpha val="60000"/>
                </a:schemeClr>
              </a:solidFill>
            </a:endParaRPr>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216278543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E0CF6C-748E-4B7A-BC8B-3011EF78ED13}" type="datetime1">
              <a:rPr lang="en-US" smtClean="0"/>
              <a:pPr/>
              <a:t>10/13/2023</a:t>
            </a:fld>
            <a:endParaRPr lang="en-US" dirty="0"/>
          </a:p>
        </p:txBody>
      </p:sp>
      <p:sp>
        <p:nvSpPr>
          <p:cNvPr id="5" name="Footer Placeholder 4"/>
          <p:cNvSpPr>
            <a:spLocks noGrp="1"/>
          </p:cNvSpPr>
          <p:nvPr>
            <p:ph type="ftr" sz="quarter" idx="11"/>
          </p:nvPr>
        </p:nvSpPr>
        <p:spPr/>
        <p:txBody>
          <a:bodyPr/>
          <a:lstStyle/>
          <a:p>
            <a:endParaRPr lang="en-US" dirty="0">
              <a:solidFill>
                <a:schemeClr val="tx1">
                  <a:alpha val="60000"/>
                </a:schemeClr>
              </a:solidFill>
            </a:endParaRPr>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76750104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E0CF6C-748E-4B7A-BC8B-3011EF78ED13}" type="datetime1">
              <a:rPr lang="en-US" smtClean="0"/>
              <a:pPr/>
              <a:t>10/13/2023</a:t>
            </a:fld>
            <a:endParaRPr lang="en-US" dirty="0"/>
          </a:p>
        </p:txBody>
      </p:sp>
      <p:sp>
        <p:nvSpPr>
          <p:cNvPr id="5" name="Footer Placeholder 4"/>
          <p:cNvSpPr>
            <a:spLocks noGrp="1"/>
          </p:cNvSpPr>
          <p:nvPr>
            <p:ph type="ftr" sz="quarter" idx="11"/>
          </p:nvPr>
        </p:nvSpPr>
        <p:spPr/>
        <p:txBody>
          <a:bodyPr/>
          <a:lstStyle/>
          <a:p>
            <a:endParaRPr lang="en-US" dirty="0">
              <a:solidFill>
                <a:schemeClr val="tx1">
                  <a:alpha val="60000"/>
                </a:schemeClr>
              </a:solidFill>
            </a:endParaRPr>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80053147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E0CF6C-748E-4B7A-BC8B-3011EF78ED13}" type="datetime1">
              <a:rPr lang="en-US" smtClean="0"/>
              <a:pPr/>
              <a:t>10/13/2023</a:t>
            </a:fld>
            <a:endParaRPr lang="en-US" dirty="0"/>
          </a:p>
        </p:txBody>
      </p:sp>
      <p:sp>
        <p:nvSpPr>
          <p:cNvPr id="5" name="Footer Placeholder 4"/>
          <p:cNvSpPr>
            <a:spLocks noGrp="1"/>
          </p:cNvSpPr>
          <p:nvPr>
            <p:ph type="ftr" sz="quarter" idx="11"/>
          </p:nvPr>
        </p:nvSpPr>
        <p:spPr/>
        <p:txBody>
          <a:bodyPr/>
          <a:lstStyle/>
          <a:p>
            <a:endParaRPr lang="en-US" dirty="0">
              <a:solidFill>
                <a:schemeClr val="tx1">
                  <a:alpha val="60000"/>
                </a:schemeClr>
              </a:solidFill>
            </a:endParaRPr>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01706249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E0CF6C-748E-4B7A-BC8B-3011EF78ED13}" type="datetime1">
              <a:rPr lang="en-US" smtClean="0"/>
              <a:pPr/>
              <a:t>10/13/2023</a:t>
            </a:fld>
            <a:endParaRPr lang="en-US" dirty="0"/>
          </a:p>
        </p:txBody>
      </p:sp>
      <p:sp>
        <p:nvSpPr>
          <p:cNvPr id="5" name="Footer Placeholder 4"/>
          <p:cNvSpPr>
            <a:spLocks noGrp="1"/>
          </p:cNvSpPr>
          <p:nvPr>
            <p:ph type="ftr" sz="quarter" idx="11"/>
          </p:nvPr>
        </p:nvSpPr>
        <p:spPr/>
        <p:txBody>
          <a:bodyPr/>
          <a:lstStyle/>
          <a:p>
            <a:endParaRPr lang="en-US" dirty="0">
              <a:solidFill>
                <a:schemeClr val="tx1">
                  <a:alpha val="60000"/>
                </a:schemeClr>
              </a:solidFill>
            </a:endParaRPr>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259798055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559632-1575-4E14-B53B-3DC3D5ED3947}" type="datetime1">
              <a:rPr lang="en-US" smtClean="0"/>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527283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4A6868-2568-4CC9-B302-F37117B01A6E}" type="datetime1">
              <a:rPr lang="en-US" smtClean="0"/>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647158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57E0CF6C-748E-4B7A-BC8B-3011EF78ED13}" type="datetime1">
              <a:rPr lang="en-US" smtClean="0"/>
              <a:pPr/>
              <a:t>10/13/2023</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solidFill>
                <a:schemeClr val="tx1">
                  <a:alpha val="60000"/>
                </a:schemeClr>
              </a:solidFill>
            </a:endParaRPr>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002221879"/>
      </p:ext>
    </p:extLst>
  </p:cSld>
  <p:clrMap bg1="dk1" tx1="lt1" bg2="dk2" tx2="lt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50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50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50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4pPr>
      <a:lvl5pPr marL="21145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ata.un.org/Data.aspx?d=WDI&amp;f=Indicator_Code%3aNY.GDP.PCAP.PP.CD" TargetMode="External"/><Relationship Id="rId2" Type="http://schemas.openxmlformats.org/officeDocument/2006/relationships/hyperlink" Target="http://data.un.org/Data.aspx?d=EDATA&amp;f=cmID%3aEL%3btrID%3a01" TargetMode="Externa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pic>
        <p:nvPicPr>
          <p:cNvPr id="30" name="Picture 3">
            <a:extLst>
              <a:ext uri="{FF2B5EF4-FFF2-40B4-BE49-F238E27FC236}">
                <a16:creationId xmlns:a16="http://schemas.microsoft.com/office/drawing/2014/main" id="{57C60750-2EF1-2A1B-242A-C459D9AFAE6B}"/>
              </a:ext>
            </a:extLst>
          </p:cNvPr>
          <p:cNvPicPr>
            <a:picLocks noChangeAspect="1"/>
          </p:cNvPicPr>
          <p:nvPr/>
        </p:nvPicPr>
        <p:blipFill rotWithShape="1">
          <a:blip r:embed="rId2">
            <a:duotone>
              <a:schemeClr val="bg2">
                <a:shade val="45000"/>
                <a:satMod val="135000"/>
              </a:schemeClr>
              <a:prstClr val="white"/>
            </a:duotone>
            <a:alphaModFix amt="15000"/>
          </a:blip>
          <a:srcRect b="25000"/>
          <a:stretch/>
        </p:blipFill>
        <p:spPr>
          <a:xfrm>
            <a:off x="20" y="10"/>
            <a:ext cx="12191980" cy="6856614"/>
          </a:xfrm>
          <a:prstGeom prst="rect">
            <a:avLst/>
          </a:prstGeom>
        </p:spPr>
      </p:pic>
      <p:sp>
        <p:nvSpPr>
          <p:cNvPr id="2" name="Title 1">
            <a:extLst>
              <a:ext uri="{FF2B5EF4-FFF2-40B4-BE49-F238E27FC236}">
                <a16:creationId xmlns:a16="http://schemas.microsoft.com/office/drawing/2014/main" id="{5FA0A186-838A-72A0-AFFF-2FA3CEBE7445}"/>
              </a:ext>
            </a:extLst>
          </p:cNvPr>
          <p:cNvSpPr>
            <a:spLocks noGrp="1"/>
          </p:cNvSpPr>
          <p:nvPr>
            <p:ph type="ctrTitle"/>
          </p:nvPr>
        </p:nvSpPr>
        <p:spPr/>
        <p:txBody>
          <a:bodyPr>
            <a:normAutofit/>
          </a:bodyPr>
          <a:lstStyle/>
          <a:p>
            <a:r>
              <a:rPr lang="en-US" dirty="0"/>
              <a:t>Tracking Energy Production Through GDP Per Capita</a:t>
            </a:r>
          </a:p>
        </p:txBody>
      </p:sp>
      <p:sp>
        <p:nvSpPr>
          <p:cNvPr id="3" name="Subtitle 2">
            <a:extLst>
              <a:ext uri="{FF2B5EF4-FFF2-40B4-BE49-F238E27FC236}">
                <a16:creationId xmlns:a16="http://schemas.microsoft.com/office/drawing/2014/main" id="{8A762DA9-D17C-3F9B-E9B2-020FDF29F8DA}"/>
              </a:ext>
            </a:extLst>
          </p:cNvPr>
          <p:cNvSpPr>
            <a:spLocks noGrp="1"/>
          </p:cNvSpPr>
          <p:nvPr>
            <p:ph type="subTitle" idx="1"/>
          </p:nvPr>
        </p:nvSpPr>
        <p:spPr/>
        <p:txBody>
          <a:bodyPr>
            <a:normAutofit/>
          </a:bodyPr>
          <a:lstStyle/>
          <a:p>
            <a:r>
              <a:rPr lang="en-US" dirty="0"/>
              <a:t>By Ethan Ericson</a:t>
            </a:r>
          </a:p>
        </p:txBody>
      </p:sp>
    </p:spTree>
    <p:extLst>
      <p:ext uri="{BB962C8B-B14F-4D97-AF65-F5344CB8AC3E}">
        <p14:creationId xmlns:p14="http://schemas.microsoft.com/office/powerpoint/2010/main" val="2684616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3AD4C-5355-71FD-14F7-673423EDC0CC}"/>
              </a:ext>
            </a:extLst>
          </p:cNvPr>
          <p:cNvSpPr>
            <a:spLocks noGrp="1"/>
          </p:cNvSpPr>
          <p:nvPr>
            <p:ph type="title"/>
          </p:nvPr>
        </p:nvSpPr>
        <p:spPr>
          <a:xfrm>
            <a:off x="684212" y="485244"/>
            <a:ext cx="8534400" cy="1507067"/>
          </a:xfrm>
        </p:spPr>
        <p:txBody>
          <a:bodyPr>
            <a:normAutofit/>
          </a:bodyPr>
          <a:lstStyle/>
          <a:p>
            <a:r>
              <a:rPr lang="en-US" dirty="0"/>
              <a:t>Description</a:t>
            </a:r>
          </a:p>
        </p:txBody>
      </p:sp>
      <p:sp>
        <p:nvSpPr>
          <p:cNvPr id="31" name="Content Placeholder 2">
            <a:extLst>
              <a:ext uri="{FF2B5EF4-FFF2-40B4-BE49-F238E27FC236}">
                <a16:creationId xmlns:a16="http://schemas.microsoft.com/office/drawing/2014/main" id="{AE152E5F-3DBA-1F25-DBB4-1A5F6D3AD7FC}"/>
              </a:ext>
            </a:extLst>
          </p:cNvPr>
          <p:cNvSpPr>
            <a:spLocks noGrp="1"/>
          </p:cNvSpPr>
          <p:nvPr>
            <p:ph idx="1"/>
          </p:nvPr>
        </p:nvSpPr>
        <p:spPr>
          <a:xfrm>
            <a:off x="684212" y="2068511"/>
            <a:ext cx="8534400" cy="3615267"/>
          </a:xfrm>
        </p:spPr>
        <p:txBody>
          <a:bodyPr anchor="t">
            <a:normAutofit/>
          </a:bodyPr>
          <a:lstStyle/>
          <a:p>
            <a:pPr marL="0" indent="0">
              <a:buNone/>
            </a:pPr>
            <a:r>
              <a:rPr lang="en-US" dirty="0">
                <a:solidFill>
                  <a:schemeClr val="tx1"/>
                </a:solidFill>
              </a:rPr>
              <a:t>The gross production of energy is the total amount of energy a country can generate. The gross domestic product per person, otherwise known as the GDP per capita, is an indicator of a country's development. This exploratory data analysis examines the relationship between a country’s total amount of energy production, measured in Terra-watt hours, and its developmental status, measured by GDP per capita, to explore correlations between gross energy production and GDP per capita. </a:t>
            </a:r>
          </a:p>
        </p:txBody>
      </p:sp>
      <p:pic>
        <p:nvPicPr>
          <p:cNvPr id="9" name="Picture 8" descr="A black lightning bolt on a black background">
            <a:extLst>
              <a:ext uri="{FF2B5EF4-FFF2-40B4-BE49-F238E27FC236}">
                <a16:creationId xmlns:a16="http://schemas.microsoft.com/office/drawing/2014/main" id="{65F587E7-36DE-4C91-7F93-42ABF809971B}"/>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rot="272474">
            <a:off x="10066417" y="1301443"/>
            <a:ext cx="1675983" cy="2347170"/>
          </a:xfrm>
          <a:prstGeom prst="rect">
            <a:avLst/>
          </a:prstGeom>
        </p:spPr>
      </p:pic>
      <p:pic>
        <p:nvPicPr>
          <p:cNvPr id="19" name="Picture 18" descr="A dollar sign painted on a black background&#10;&#10;Description automatically generated">
            <a:extLst>
              <a:ext uri="{FF2B5EF4-FFF2-40B4-BE49-F238E27FC236}">
                <a16:creationId xmlns:a16="http://schemas.microsoft.com/office/drawing/2014/main" id="{724EA193-DDD5-51DE-E229-3AA59068E42E}"/>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8424528" y="161978"/>
            <a:ext cx="1906533" cy="1906533"/>
          </a:xfrm>
          <a:prstGeom prst="rect">
            <a:avLst/>
          </a:prstGeom>
        </p:spPr>
      </p:pic>
    </p:spTree>
    <p:extLst>
      <p:ext uri="{BB962C8B-B14F-4D97-AF65-F5344CB8AC3E}">
        <p14:creationId xmlns:p14="http://schemas.microsoft.com/office/powerpoint/2010/main" val="3605817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3AD4C-5355-71FD-14F7-673423EDC0CC}"/>
              </a:ext>
            </a:extLst>
          </p:cNvPr>
          <p:cNvSpPr>
            <a:spLocks noGrp="1"/>
          </p:cNvSpPr>
          <p:nvPr>
            <p:ph type="title"/>
          </p:nvPr>
        </p:nvSpPr>
        <p:spPr>
          <a:xfrm>
            <a:off x="684212" y="485244"/>
            <a:ext cx="8534400" cy="1507067"/>
          </a:xfrm>
        </p:spPr>
        <p:txBody>
          <a:bodyPr>
            <a:normAutofit/>
          </a:bodyPr>
          <a:lstStyle/>
          <a:p>
            <a:r>
              <a:rPr lang="en-US" dirty="0"/>
              <a:t>Data Sources</a:t>
            </a:r>
          </a:p>
        </p:txBody>
      </p:sp>
      <p:sp>
        <p:nvSpPr>
          <p:cNvPr id="31" name="Content Placeholder 2">
            <a:extLst>
              <a:ext uri="{FF2B5EF4-FFF2-40B4-BE49-F238E27FC236}">
                <a16:creationId xmlns:a16="http://schemas.microsoft.com/office/drawing/2014/main" id="{AE152E5F-3DBA-1F25-DBB4-1A5F6D3AD7FC}"/>
              </a:ext>
            </a:extLst>
          </p:cNvPr>
          <p:cNvSpPr>
            <a:spLocks noGrp="1"/>
          </p:cNvSpPr>
          <p:nvPr>
            <p:ph idx="1"/>
          </p:nvPr>
        </p:nvSpPr>
        <p:spPr>
          <a:xfrm>
            <a:off x="684212" y="2068511"/>
            <a:ext cx="8534400" cy="3615267"/>
          </a:xfrm>
        </p:spPr>
        <p:txBody>
          <a:bodyPr anchor="t">
            <a:normAutofit/>
          </a:bodyPr>
          <a:lstStyle/>
          <a:p>
            <a:r>
              <a:rPr lang="en-US" u="sng" dirty="0">
                <a:solidFill>
                  <a:schemeClr val="tx1"/>
                </a:solidFill>
                <a:effectLst/>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UN Energy Statistics –</a:t>
            </a:r>
            <a:r>
              <a:rPr lang="en-US" u="sng" dirty="0">
                <a:solidFill>
                  <a:schemeClr val="tx1"/>
                </a:solidFill>
                <a:effectLst/>
                <a:ea typeface="Calibri" panose="020F0502020204030204" pitchFamily="34" charset="0"/>
                <a:cs typeface="Times New Roman" panose="02020603050405020304" pitchFamily="18" charset="0"/>
              </a:rPr>
              <a:t> Total Electricity </a:t>
            </a:r>
          </a:p>
          <a:p>
            <a:r>
              <a:rPr lang="en-US" u="sng" kern="100" dirty="0">
                <a:solidFill>
                  <a:schemeClr val="tx1"/>
                </a:solidFill>
                <a:effectLst/>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UN World Development Indicators – GDP Per Capita, PPP</a:t>
            </a:r>
            <a:endParaRPr lang="en-US" kern="100" dirty="0">
              <a:solidFill>
                <a:schemeClr val="tx1"/>
              </a:solidFill>
              <a:effectLst/>
              <a:ea typeface="Calibri" panose="020F0502020204030204" pitchFamily="34" charset="0"/>
              <a:cs typeface="Times New Roman" panose="02020603050405020304" pitchFamily="18" charset="0"/>
            </a:endParaRPr>
          </a:p>
        </p:txBody>
      </p:sp>
      <p:pic>
        <p:nvPicPr>
          <p:cNvPr id="4" name="Picture 3" descr="A close-up of a logo&#10;&#10;Description automatically generated">
            <a:extLst>
              <a:ext uri="{FF2B5EF4-FFF2-40B4-BE49-F238E27FC236}">
                <a16:creationId xmlns:a16="http://schemas.microsoft.com/office/drawing/2014/main" id="{BC714B68-F94E-C685-84D9-1351DDD9068D}"/>
              </a:ext>
            </a:extLst>
          </p:cNvPr>
          <p:cNvPicPr>
            <a:picLocks noChangeAspect="1"/>
          </p:cNvPicPr>
          <p:nvPr/>
        </p:nvPicPr>
        <p:blipFill>
          <a:blip r:embed="rId4">
            <a:biLevel thresh="25000"/>
            <a:extLst>
              <a:ext uri="{BEBA8EAE-BF5A-486C-A8C5-ECC9F3942E4B}">
                <a14:imgProps xmlns:a14="http://schemas.microsoft.com/office/drawing/2010/main">
                  <a14:imgLayer r:embed="rId5">
                    <a14:imgEffect>
                      <a14:artisticLineDrawing/>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8602829" y="1002212"/>
            <a:ext cx="2409825" cy="923925"/>
          </a:xfrm>
          <a:prstGeom prst="rect">
            <a:avLst/>
          </a:prstGeom>
        </p:spPr>
      </p:pic>
    </p:spTree>
    <p:extLst>
      <p:ext uri="{BB962C8B-B14F-4D97-AF65-F5344CB8AC3E}">
        <p14:creationId xmlns:p14="http://schemas.microsoft.com/office/powerpoint/2010/main" val="121003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6A571-8937-F9D0-34BD-F5920917A72F}"/>
              </a:ext>
            </a:extLst>
          </p:cNvPr>
          <p:cNvSpPr>
            <a:spLocks noGrp="1"/>
          </p:cNvSpPr>
          <p:nvPr>
            <p:ph type="title"/>
          </p:nvPr>
        </p:nvSpPr>
        <p:spPr>
          <a:xfrm>
            <a:off x="684212" y="485244"/>
            <a:ext cx="8534400" cy="1507067"/>
          </a:xfrm>
        </p:spPr>
        <p:txBody>
          <a:bodyPr>
            <a:normAutofit/>
          </a:bodyPr>
          <a:lstStyle/>
          <a:p>
            <a:r>
              <a:rPr lang="en-US" dirty="0"/>
              <a:t>Descriptive Model</a:t>
            </a:r>
          </a:p>
        </p:txBody>
      </p:sp>
      <p:sp>
        <p:nvSpPr>
          <p:cNvPr id="55" name="Content Placeholder 2">
            <a:extLst>
              <a:ext uri="{FF2B5EF4-FFF2-40B4-BE49-F238E27FC236}">
                <a16:creationId xmlns:a16="http://schemas.microsoft.com/office/drawing/2014/main" id="{A0C85C05-B33C-25DE-0C78-CD0293EAB187}"/>
              </a:ext>
            </a:extLst>
          </p:cNvPr>
          <p:cNvSpPr>
            <a:spLocks noGrp="1"/>
          </p:cNvSpPr>
          <p:nvPr>
            <p:ph idx="1"/>
          </p:nvPr>
        </p:nvSpPr>
        <p:spPr>
          <a:xfrm>
            <a:off x="684212" y="2068511"/>
            <a:ext cx="8534400" cy="3615267"/>
          </a:xfrm>
        </p:spPr>
        <p:txBody>
          <a:bodyPr anchor="t">
            <a:normAutofit/>
          </a:bodyPr>
          <a:lstStyle/>
          <a:p>
            <a:r>
              <a:rPr lang="en-US" dirty="0">
                <a:solidFill>
                  <a:schemeClr val="tx1"/>
                </a:solidFill>
              </a:rPr>
              <a:t>UN Energy Statistics:</a:t>
            </a:r>
          </a:p>
          <a:p>
            <a:pPr lvl="1"/>
            <a:r>
              <a:rPr lang="en-US" dirty="0">
                <a:solidFill>
                  <a:schemeClr val="tx1"/>
                </a:solidFill>
              </a:rPr>
              <a:t># of Samples: 7017</a:t>
            </a:r>
          </a:p>
          <a:p>
            <a:pPr lvl="1"/>
            <a:r>
              <a:rPr lang="en-US" dirty="0">
                <a:solidFill>
                  <a:schemeClr val="tx1"/>
                </a:solidFill>
              </a:rPr>
              <a:t># of Features: 5</a:t>
            </a:r>
          </a:p>
          <a:p>
            <a:pPr lvl="1"/>
            <a:r>
              <a:rPr lang="en-US" dirty="0">
                <a:solidFill>
                  <a:schemeClr val="tx1"/>
                </a:solidFill>
              </a:rPr>
              <a:t>Target Feature: Quantity</a:t>
            </a:r>
          </a:p>
          <a:p>
            <a:r>
              <a:rPr lang="en-US" kern="100" dirty="0">
                <a:solidFill>
                  <a:schemeClr val="tx1"/>
                </a:solidFill>
                <a:effectLst/>
                <a:ea typeface="Calibri" panose="020F0502020204030204" pitchFamily="34" charset="0"/>
                <a:cs typeface="Times New Roman" panose="02020603050405020304" pitchFamily="18" charset="0"/>
              </a:rPr>
              <a:t>UN World Development Indicators – GDP Per Capita, PPP:</a:t>
            </a:r>
          </a:p>
          <a:p>
            <a:pPr lvl="1"/>
            <a:r>
              <a:rPr lang="en-US" kern="100" dirty="0">
                <a:solidFill>
                  <a:schemeClr val="tx1"/>
                </a:solidFill>
                <a:ea typeface="Calibri" panose="020F0502020204030204" pitchFamily="34" charset="0"/>
                <a:cs typeface="Times New Roman" panose="02020603050405020304" pitchFamily="18" charset="0"/>
              </a:rPr>
              <a:t># of Samples: 7243</a:t>
            </a:r>
          </a:p>
          <a:p>
            <a:pPr lvl="1"/>
            <a:r>
              <a:rPr lang="en-US" kern="100" dirty="0">
                <a:solidFill>
                  <a:schemeClr val="tx1"/>
                </a:solidFill>
                <a:effectLst/>
                <a:ea typeface="Calibri" panose="020F0502020204030204" pitchFamily="34" charset="0"/>
                <a:cs typeface="Times New Roman" panose="02020603050405020304" pitchFamily="18" charset="0"/>
              </a:rPr>
              <a:t># of Features: 3</a:t>
            </a:r>
          </a:p>
          <a:p>
            <a:pPr lvl="1"/>
            <a:r>
              <a:rPr lang="en-US" kern="100" dirty="0">
                <a:solidFill>
                  <a:schemeClr val="tx1"/>
                </a:solidFill>
                <a:ea typeface="Calibri" panose="020F0502020204030204" pitchFamily="34" charset="0"/>
                <a:cs typeface="Times New Roman" panose="02020603050405020304" pitchFamily="18" charset="0"/>
              </a:rPr>
              <a:t>Target Feature: Value</a:t>
            </a:r>
            <a:endParaRPr lang="en-US" kern="100" dirty="0">
              <a:solidFill>
                <a:schemeClr val="tx1"/>
              </a:solidFill>
              <a:effectLst/>
              <a:ea typeface="Calibri" panose="020F0502020204030204" pitchFamily="34" charset="0"/>
              <a:cs typeface="Times New Roman" panose="02020603050405020304" pitchFamily="18" charset="0"/>
            </a:endParaRPr>
          </a:p>
          <a:p>
            <a:endParaRPr lang="en-US" dirty="0">
              <a:solidFill>
                <a:schemeClr val="tx1"/>
              </a:solidFill>
            </a:endParaRPr>
          </a:p>
        </p:txBody>
      </p:sp>
      <p:pic>
        <p:nvPicPr>
          <p:cNvPr id="5" name="Picture 4" descr="A graph with a line and dot&#10;&#10;Description automatically generated with medium confidence">
            <a:extLst>
              <a:ext uri="{FF2B5EF4-FFF2-40B4-BE49-F238E27FC236}">
                <a16:creationId xmlns:a16="http://schemas.microsoft.com/office/drawing/2014/main" id="{4426BF43-382E-B8A6-837A-BCC9E781372E}"/>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aintBrush/>
                    </a14:imgEffect>
                    <a14:imgEffect>
                      <a14:sharpenSoften amount="-25000"/>
                    </a14:imgEffect>
                  </a14:imgLayer>
                </a14:imgProps>
              </a:ext>
              <a:ext uri="{28A0092B-C50C-407E-A947-70E740481C1C}">
                <a14:useLocalDpi xmlns:a14="http://schemas.microsoft.com/office/drawing/2010/main" val="0"/>
              </a:ext>
            </a:extLst>
          </a:blip>
          <a:stretch>
            <a:fillRect/>
          </a:stretch>
        </p:blipFill>
        <p:spPr>
          <a:xfrm>
            <a:off x="9218612" y="341659"/>
            <a:ext cx="2057400" cy="2219325"/>
          </a:xfrm>
          <a:prstGeom prst="rect">
            <a:avLst/>
          </a:prstGeom>
        </p:spPr>
      </p:pic>
    </p:spTree>
    <p:extLst>
      <p:ext uri="{BB962C8B-B14F-4D97-AF65-F5344CB8AC3E}">
        <p14:creationId xmlns:p14="http://schemas.microsoft.com/office/powerpoint/2010/main" val="834526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ED1DF-C950-2BE1-FA47-C0D92C027271}"/>
              </a:ext>
            </a:extLst>
          </p:cNvPr>
          <p:cNvSpPr>
            <a:spLocks noGrp="1"/>
          </p:cNvSpPr>
          <p:nvPr>
            <p:ph type="title"/>
          </p:nvPr>
        </p:nvSpPr>
        <p:spPr>
          <a:xfrm>
            <a:off x="684212" y="485244"/>
            <a:ext cx="8534400" cy="1507067"/>
          </a:xfrm>
        </p:spPr>
        <p:txBody>
          <a:bodyPr>
            <a:normAutofit/>
          </a:bodyPr>
          <a:lstStyle/>
          <a:p>
            <a:r>
              <a:rPr lang="en-US" dirty="0"/>
              <a:t>Feature Definition</a:t>
            </a:r>
          </a:p>
        </p:txBody>
      </p:sp>
      <p:sp>
        <p:nvSpPr>
          <p:cNvPr id="3" name="Content Placeholder 2">
            <a:extLst>
              <a:ext uri="{FF2B5EF4-FFF2-40B4-BE49-F238E27FC236}">
                <a16:creationId xmlns:a16="http://schemas.microsoft.com/office/drawing/2014/main" id="{270B5335-16B1-4A1C-D9F1-D3DE414F08A9}"/>
              </a:ext>
            </a:extLst>
          </p:cNvPr>
          <p:cNvSpPr>
            <a:spLocks noGrp="1"/>
          </p:cNvSpPr>
          <p:nvPr>
            <p:ph idx="1"/>
          </p:nvPr>
        </p:nvSpPr>
        <p:spPr>
          <a:xfrm>
            <a:off x="684212" y="2068511"/>
            <a:ext cx="8534400" cy="4007436"/>
          </a:xfrm>
        </p:spPr>
        <p:txBody>
          <a:bodyPr anchor="t">
            <a:normAutofit/>
          </a:bodyPr>
          <a:lstStyle/>
          <a:p>
            <a:r>
              <a:rPr lang="en-US" dirty="0">
                <a:solidFill>
                  <a:schemeClr val="tx1"/>
                </a:solidFill>
              </a:rPr>
              <a:t>UN Energy Statistics:</a:t>
            </a:r>
          </a:p>
          <a:p>
            <a:pPr marL="800100" lvl="1" indent="-342900">
              <a:buFont typeface="+mj-lt"/>
              <a:buAutoNum type="arabicPeriod"/>
            </a:pPr>
            <a:r>
              <a:rPr lang="en-US" dirty="0">
                <a:solidFill>
                  <a:schemeClr val="tx1"/>
                </a:solidFill>
              </a:rPr>
              <a:t>Country or Area: The country from which the data was collected. </a:t>
            </a:r>
          </a:p>
          <a:p>
            <a:pPr marL="800100" lvl="1" indent="-342900">
              <a:buFont typeface="+mj-lt"/>
              <a:buAutoNum type="arabicPeriod"/>
            </a:pPr>
            <a:r>
              <a:rPr lang="en-US" dirty="0">
                <a:solidFill>
                  <a:schemeClr val="tx1"/>
                </a:solidFill>
              </a:rPr>
              <a:t>Commodity – Transaction: The type of electricity data collected.</a:t>
            </a:r>
          </a:p>
          <a:p>
            <a:pPr marL="800100" lvl="1" indent="-342900">
              <a:buFont typeface="+mj-lt"/>
              <a:buAutoNum type="arabicPeriod"/>
            </a:pPr>
            <a:r>
              <a:rPr lang="en-US" dirty="0">
                <a:solidFill>
                  <a:schemeClr val="tx1"/>
                </a:solidFill>
              </a:rPr>
              <a:t>Year: The year the collected data represents. </a:t>
            </a:r>
          </a:p>
          <a:p>
            <a:pPr marL="800100" lvl="1" indent="-342900">
              <a:buFont typeface="+mj-lt"/>
              <a:buAutoNum type="arabicPeriod"/>
            </a:pPr>
            <a:r>
              <a:rPr lang="en-US" dirty="0">
                <a:solidFill>
                  <a:schemeClr val="tx1"/>
                </a:solidFill>
              </a:rPr>
              <a:t>Quantity: The quantity of energy in Terra-watt hours. </a:t>
            </a:r>
          </a:p>
          <a:p>
            <a:r>
              <a:rPr lang="en-US" dirty="0">
                <a:solidFill>
                  <a:schemeClr val="tx1"/>
                </a:solidFill>
              </a:rPr>
              <a:t>UN World Development Indicators – GDP Per Capita, PPP:</a:t>
            </a:r>
          </a:p>
          <a:p>
            <a:pPr marL="800100" lvl="1" indent="-342900">
              <a:buFont typeface="+mj-lt"/>
              <a:buAutoNum type="arabicPeriod"/>
            </a:pPr>
            <a:r>
              <a:rPr lang="en-US" dirty="0">
                <a:solidFill>
                  <a:schemeClr val="tx1"/>
                </a:solidFill>
              </a:rPr>
              <a:t>Country or Area: The country from which the data was collected. </a:t>
            </a:r>
          </a:p>
          <a:p>
            <a:pPr marL="800100" lvl="1" indent="-342900">
              <a:buFont typeface="+mj-lt"/>
              <a:buAutoNum type="arabicPeriod"/>
            </a:pPr>
            <a:r>
              <a:rPr lang="en-US" dirty="0">
                <a:solidFill>
                  <a:schemeClr val="tx1"/>
                </a:solidFill>
              </a:rPr>
              <a:t>Year: The year the collected data represents. </a:t>
            </a:r>
          </a:p>
          <a:p>
            <a:pPr marL="800100" lvl="1" indent="-342900">
              <a:buFont typeface="+mj-lt"/>
              <a:buAutoNum type="arabicPeriod"/>
            </a:pPr>
            <a:r>
              <a:rPr lang="en-US" dirty="0">
                <a:solidFill>
                  <a:schemeClr val="tx1"/>
                </a:solidFill>
              </a:rPr>
              <a:t>Value: The GDP per capita measured in international $.</a:t>
            </a:r>
          </a:p>
        </p:txBody>
      </p:sp>
      <p:pic>
        <p:nvPicPr>
          <p:cNvPr id="7" name="Picture 6" descr="A black and white image of a planet&#10;&#10;Description automatically generated">
            <a:extLst>
              <a:ext uri="{FF2B5EF4-FFF2-40B4-BE49-F238E27FC236}">
                <a16:creationId xmlns:a16="http://schemas.microsoft.com/office/drawing/2014/main" id="{4A1187E3-4D58-F20A-D7EB-0755417C58AF}"/>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aintBrush/>
                    </a14:imgEffect>
                    <a14:imgEffect>
                      <a14:sharpenSoften amount="-25000"/>
                    </a14:imgEffect>
                  </a14:imgLayer>
                </a14:imgProps>
              </a:ext>
              <a:ext uri="{28A0092B-C50C-407E-A947-70E740481C1C}">
                <a14:useLocalDpi xmlns:a14="http://schemas.microsoft.com/office/drawing/2010/main" val="0"/>
              </a:ext>
            </a:extLst>
          </a:blip>
          <a:stretch>
            <a:fillRect/>
          </a:stretch>
        </p:blipFill>
        <p:spPr>
          <a:xfrm>
            <a:off x="9218612" y="279866"/>
            <a:ext cx="2143125" cy="2143125"/>
          </a:xfrm>
          <a:prstGeom prst="rect">
            <a:avLst/>
          </a:prstGeom>
        </p:spPr>
      </p:pic>
      <p:pic>
        <p:nvPicPr>
          <p:cNvPr id="8" name="Picture 7" descr="A dollar sign painted on a black background&#10;&#10;Description automatically generated">
            <a:extLst>
              <a:ext uri="{FF2B5EF4-FFF2-40B4-BE49-F238E27FC236}">
                <a16:creationId xmlns:a16="http://schemas.microsoft.com/office/drawing/2014/main" id="{A43B3A8A-30F2-5E35-98B6-8F2DF1413A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87141" y="1500052"/>
            <a:ext cx="221931" cy="221931"/>
          </a:xfrm>
          <a:prstGeom prst="rect">
            <a:avLst/>
          </a:prstGeom>
        </p:spPr>
      </p:pic>
      <p:pic>
        <p:nvPicPr>
          <p:cNvPr id="9" name="Picture 8" descr="A dollar sign painted on a black background&#10;&#10;Description automatically generated">
            <a:extLst>
              <a:ext uri="{FF2B5EF4-FFF2-40B4-BE49-F238E27FC236}">
                <a16:creationId xmlns:a16="http://schemas.microsoft.com/office/drawing/2014/main" id="{9CCC5EB3-FE17-D38A-B99A-6D1D524CD0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6637" y="799044"/>
            <a:ext cx="221931" cy="221931"/>
          </a:xfrm>
          <a:prstGeom prst="rect">
            <a:avLst/>
          </a:prstGeom>
        </p:spPr>
      </p:pic>
      <p:pic>
        <p:nvPicPr>
          <p:cNvPr id="10" name="Picture 9" descr="A dollar sign painted on a black background&#10;&#10;Description automatically generated">
            <a:extLst>
              <a:ext uri="{FF2B5EF4-FFF2-40B4-BE49-F238E27FC236}">
                <a16:creationId xmlns:a16="http://schemas.microsoft.com/office/drawing/2014/main" id="{7254951B-6DB2-2920-4DB3-D3E94C0C54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85621" y="1020975"/>
            <a:ext cx="221931" cy="221931"/>
          </a:xfrm>
          <a:prstGeom prst="rect">
            <a:avLst/>
          </a:prstGeom>
        </p:spPr>
      </p:pic>
      <p:pic>
        <p:nvPicPr>
          <p:cNvPr id="11" name="Picture 10" descr="A dollar sign painted on a black background&#10;&#10;Description automatically generated">
            <a:extLst>
              <a:ext uri="{FF2B5EF4-FFF2-40B4-BE49-F238E27FC236}">
                <a16:creationId xmlns:a16="http://schemas.microsoft.com/office/drawing/2014/main" id="{7D46805F-2AC8-A683-214E-66238FB5EF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53790" y="1429187"/>
            <a:ext cx="221931" cy="221931"/>
          </a:xfrm>
          <a:prstGeom prst="rect">
            <a:avLst/>
          </a:prstGeom>
        </p:spPr>
      </p:pic>
      <p:pic>
        <p:nvPicPr>
          <p:cNvPr id="12" name="Picture 11" descr="A black lightning bolt on a black background">
            <a:extLst>
              <a:ext uri="{FF2B5EF4-FFF2-40B4-BE49-F238E27FC236}">
                <a16:creationId xmlns:a16="http://schemas.microsoft.com/office/drawing/2014/main" id="{7133265C-5DC1-93A4-487C-A64448F6D2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72474">
            <a:off x="10508305" y="1140625"/>
            <a:ext cx="232270" cy="325289"/>
          </a:xfrm>
          <a:prstGeom prst="rect">
            <a:avLst/>
          </a:prstGeom>
        </p:spPr>
      </p:pic>
      <p:pic>
        <p:nvPicPr>
          <p:cNvPr id="13" name="Picture 12" descr="A black lightning bolt on a black background">
            <a:extLst>
              <a:ext uri="{FF2B5EF4-FFF2-40B4-BE49-F238E27FC236}">
                <a16:creationId xmlns:a16="http://schemas.microsoft.com/office/drawing/2014/main" id="{D81405EA-BC66-B29A-7884-A7BE9DFF92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72474">
            <a:off x="10027023" y="1607736"/>
            <a:ext cx="232270" cy="325289"/>
          </a:xfrm>
          <a:prstGeom prst="rect">
            <a:avLst/>
          </a:prstGeom>
        </p:spPr>
      </p:pic>
      <p:pic>
        <p:nvPicPr>
          <p:cNvPr id="14" name="Picture 13" descr="A black lightning bolt on a black background">
            <a:extLst>
              <a:ext uri="{FF2B5EF4-FFF2-40B4-BE49-F238E27FC236}">
                <a16:creationId xmlns:a16="http://schemas.microsoft.com/office/drawing/2014/main" id="{A2CBC424-3B4A-0320-FFDC-85E63427D9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72474">
            <a:off x="9769726" y="900412"/>
            <a:ext cx="232270" cy="325289"/>
          </a:xfrm>
          <a:prstGeom prst="rect">
            <a:avLst/>
          </a:prstGeom>
        </p:spPr>
      </p:pic>
      <p:pic>
        <p:nvPicPr>
          <p:cNvPr id="15" name="Picture 14" descr="A black lightning bolt on a black background">
            <a:extLst>
              <a:ext uri="{FF2B5EF4-FFF2-40B4-BE49-F238E27FC236}">
                <a16:creationId xmlns:a16="http://schemas.microsoft.com/office/drawing/2014/main" id="{16A927CA-CDBF-2C96-303D-12D0D03C55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72474">
            <a:off x="10496100" y="807728"/>
            <a:ext cx="232270" cy="325289"/>
          </a:xfrm>
          <a:prstGeom prst="rect">
            <a:avLst/>
          </a:prstGeom>
        </p:spPr>
      </p:pic>
    </p:spTree>
    <p:extLst>
      <p:ext uri="{BB962C8B-B14F-4D97-AF65-F5344CB8AC3E}">
        <p14:creationId xmlns:p14="http://schemas.microsoft.com/office/powerpoint/2010/main" val="106063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ADF2543-1B6F-4FBC-A7AF-53A0430E0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534406-29A8-2F12-763C-B7B2755DA3FA}"/>
              </a:ext>
            </a:extLst>
          </p:cNvPr>
          <p:cNvSpPr>
            <a:spLocks noGrp="1"/>
          </p:cNvSpPr>
          <p:nvPr>
            <p:ph type="title"/>
          </p:nvPr>
        </p:nvSpPr>
        <p:spPr>
          <a:xfrm>
            <a:off x="684212" y="485244"/>
            <a:ext cx="8534400" cy="1507067"/>
          </a:xfrm>
        </p:spPr>
        <p:txBody>
          <a:bodyPr>
            <a:normAutofit/>
          </a:bodyPr>
          <a:lstStyle/>
          <a:p>
            <a:r>
              <a:rPr lang="en-US" dirty="0"/>
              <a:t>Methods</a:t>
            </a:r>
          </a:p>
        </p:txBody>
      </p:sp>
      <p:grpSp>
        <p:nvGrpSpPr>
          <p:cNvPr id="10" name="Group 9">
            <a:extLst>
              <a:ext uri="{FF2B5EF4-FFF2-40B4-BE49-F238E27FC236}">
                <a16:creationId xmlns:a16="http://schemas.microsoft.com/office/drawing/2014/main" id="{A80A6E81-6B71-43DF-877B-E964A9A4C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id="{4E35C3AD-357F-4004-A3F3-2D4EAF34A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37B6032-0A70-4F26-A9A3-B4D60DF118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E192CE3-3DD1-448F-93BE-42983DA0D5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D3DA09-5C72-4562-BEDE-1937DF87E8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6ACA7CA-2A20-49D7-9053-E076463D79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3" name="Content Placeholder 2">
            <a:extLst>
              <a:ext uri="{FF2B5EF4-FFF2-40B4-BE49-F238E27FC236}">
                <a16:creationId xmlns:a16="http://schemas.microsoft.com/office/drawing/2014/main" id="{766235CF-E507-AC65-C402-ABEFAE816095}"/>
              </a:ext>
            </a:extLst>
          </p:cNvPr>
          <p:cNvSpPr>
            <a:spLocks noGrp="1"/>
          </p:cNvSpPr>
          <p:nvPr>
            <p:ph idx="1"/>
          </p:nvPr>
        </p:nvSpPr>
        <p:spPr>
          <a:xfrm>
            <a:off x="684212" y="2068511"/>
            <a:ext cx="8534400" cy="3615267"/>
          </a:xfrm>
        </p:spPr>
        <p:txBody>
          <a:bodyPr anchor="t">
            <a:normAutofit/>
          </a:bodyPr>
          <a:lstStyle/>
          <a:p>
            <a:r>
              <a:rPr lang="en-US" dirty="0">
                <a:solidFill>
                  <a:schemeClr val="tx1"/>
                </a:solidFill>
              </a:rPr>
              <a:t>Data cleaning using Excel</a:t>
            </a:r>
          </a:p>
          <a:p>
            <a:pPr lvl="1"/>
            <a:r>
              <a:rPr lang="en-US" dirty="0">
                <a:solidFill>
                  <a:schemeClr val="tx1"/>
                </a:solidFill>
              </a:rPr>
              <a:t>Creating merged table and converting to Terra-watt hours</a:t>
            </a:r>
          </a:p>
          <a:p>
            <a:r>
              <a:rPr lang="en-US" dirty="0">
                <a:solidFill>
                  <a:schemeClr val="tx1"/>
                </a:solidFill>
              </a:rPr>
              <a:t>Visualization with pandas, matplotlib, and seaborn</a:t>
            </a:r>
          </a:p>
          <a:p>
            <a:pPr lvl="1"/>
            <a:r>
              <a:rPr lang="en-US" dirty="0">
                <a:solidFill>
                  <a:schemeClr val="tx1"/>
                </a:solidFill>
              </a:rPr>
              <a:t>Importing modules through </a:t>
            </a:r>
            <a:r>
              <a:rPr lang="en-US" dirty="0" err="1">
                <a:solidFill>
                  <a:schemeClr val="tx1"/>
                </a:solidFill>
              </a:rPr>
              <a:t>conda</a:t>
            </a:r>
            <a:r>
              <a:rPr lang="en-US">
                <a:solidFill>
                  <a:schemeClr val="tx1"/>
                </a:solidFill>
              </a:rPr>
              <a:t> python environment</a:t>
            </a:r>
            <a:endParaRPr lang="en-US" dirty="0">
              <a:solidFill>
                <a:schemeClr val="tx1"/>
              </a:solidFill>
            </a:endParaRPr>
          </a:p>
          <a:p>
            <a:pPr lvl="1"/>
            <a:r>
              <a:rPr lang="en-US" dirty="0">
                <a:solidFill>
                  <a:schemeClr val="tx1"/>
                </a:solidFill>
              </a:rPr>
              <a:t>Reading excel sheet with pandas</a:t>
            </a:r>
          </a:p>
          <a:p>
            <a:pPr lvl="1"/>
            <a:r>
              <a:rPr lang="en-US" dirty="0">
                <a:solidFill>
                  <a:schemeClr val="tx1"/>
                </a:solidFill>
              </a:rPr>
              <a:t>Sorting Data</a:t>
            </a:r>
          </a:p>
          <a:p>
            <a:pPr lvl="1"/>
            <a:r>
              <a:rPr lang="en-US" dirty="0">
                <a:solidFill>
                  <a:schemeClr val="tx1"/>
                </a:solidFill>
              </a:rPr>
              <a:t>Visualizing Data with matplotlib and seaborn</a:t>
            </a:r>
          </a:p>
          <a:p>
            <a:pPr lvl="1"/>
            <a:endParaRPr lang="en-US" dirty="0">
              <a:solidFill>
                <a:schemeClr val="tx1"/>
              </a:solidFill>
            </a:endParaRPr>
          </a:p>
          <a:p>
            <a:endParaRPr lang="en-US" dirty="0">
              <a:solidFill>
                <a:schemeClr val="tx1"/>
              </a:solidFill>
            </a:endParaRPr>
          </a:p>
        </p:txBody>
      </p:sp>
      <p:pic>
        <p:nvPicPr>
          <p:cNvPr id="4" name="Picture 3" descr="A group of gears on a black background&#10;&#10;Description automatically generated">
            <a:extLst>
              <a:ext uri="{FF2B5EF4-FFF2-40B4-BE49-F238E27FC236}">
                <a16:creationId xmlns:a16="http://schemas.microsoft.com/office/drawing/2014/main" id="{A9A99E40-0585-66FF-F6A5-58275CC97CD4}"/>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9017084" y="350617"/>
            <a:ext cx="2420615" cy="2611127"/>
          </a:xfrm>
          <a:prstGeom prst="rect">
            <a:avLst/>
          </a:prstGeom>
          <a:effectLst>
            <a:innerShdw blurRad="57150" dist="38100" dir="14460000">
              <a:prstClr val="black">
                <a:alpha val="70000"/>
              </a:prstClr>
            </a:innerShdw>
          </a:effectLst>
        </p:spPr>
      </p:pic>
    </p:spTree>
    <p:extLst>
      <p:ext uri="{BB962C8B-B14F-4D97-AF65-F5344CB8AC3E}">
        <p14:creationId xmlns:p14="http://schemas.microsoft.com/office/powerpoint/2010/main" val="2381135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F33B89E2-E847-4B79-AEE4-28DCD20BE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0E5778-BF61-886C-5E61-8BE2E4FCB195}"/>
              </a:ext>
            </a:extLst>
          </p:cNvPr>
          <p:cNvSpPr>
            <a:spLocks noGrp="1"/>
          </p:cNvSpPr>
          <p:nvPr>
            <p:ph type="title"/>
          </p:nvPr>
        </p:nvSpPr>
        <p:spPr>
          <a:xfrm>
            <a:off x="7532710" y="620722"/>
            <a:ext cx="3382941" cy="1142462"/>
          </a:xfrm>
        </p:spPr>
        <p:txBody>
          <a:bodyPr anchor="b">
            <a:normAutofit/>
          </a:bodyPr>
          <a:lstStyle/>
          <a:p>
            <a:r>
              <a:rPr lang="en-US" sz="2400"/>
              <a:t>Data Analysis</a:t>
            </a:r>
          </a:p>
        </p:txBody>
      </p:sp>
      <p:sp>
        <p:nvSpPr>
          <p:cNvPr id="24" name="Snip Diagonal Corner Rectangle 21">
            <a:extLst>
              <a:ext uri="{FF2B5EF4-FFF2-40B4-BE49-F238E27FC236}">
                <a16:creationId xmlns:a16="http://schemas.microsoft.com/office/drawing/2014/main" id="{24D53AC0-344E-463B-B145-F34C3400E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000" y="620722"/>
            <a:ext cx="6575496" cy="5286838"/>
          </a:xfrm>
          <a:prstGeom prst="snip2DiagRect">
            <a:avLst>
              <a:gd name="adj1" fmla="val 8741"/>
              <a:gd name="adj2" fmla="val 0"/>
            </a:avLst>
          </a:prstGeom>
          <a:solidFill>
            <a:schemeClr val="tx1"/>
          </a:solidFill>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aph of the global energy production&#10;&#10;Description automatically generated">
            <a:extLst>
              <a:ext uri="{FF2B5EF4-FFF2-40B4-BE49-F238E27FC236}">
                <a16:creationId xmlns:a16="http://schemas.microsoft.com/office/drawing/2014/main" id="{54E328C9-3CDE-198E-C87F-835E2B0DF2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8057" y="1097060"/>
            <a:ext cx="5367382" cy="4334162"/>
          </a:xfrm>
          <a:prstGeom prst="rect">
            <a:avLst/>
          </a:prstGeom>
        </p:spPr>
      </p:pic>
      <p:sp>
        <p:nvSpPr>
          <p:cNvPr id="19" name="Content Placeholder 18">
            <a:extLst>
              <a:ext uri="{FF2B5EF4-FFF2-40B4-BE49-F238E27FC236}">
                <a16:creationId xmlns:a16="http://schemas.microsoft.com/office/drawing/2014/main" id="{72A96C80-A276-B391-1CF8-4ABC9E302DE3}"/>
              </a:ext>
            </a:extLst>
          </p:cNvPr>
          <p:cNvSpPr>
            <a:spLocks noGrp="1"/>
          </p:cNvSpPr>
          <p:nvPr>
            <p:ph idx="1"/>
          </p:nvPr>
        </p:nvSpPr>
        <p:spPr>
          <a:xfrm>
            <a:off x="7532710" y="1822449"/>
            <a:ext cx="3479419" cy="2922591"/>
          </a:xfrm>
        </p:spPr>
        <p:txBody>
          <a:bodyPr anchor="t">
            <a:normAutofit/>
          </a:bodyPr>
          <a:lstStyle/>
          <a:p>
            <a:r>
              <a:rPr lang="en-US" sz="1200" dirty="0">
                <a:solidFill>
                  <a:schemeClr val="tx1"/>
                </a:solidFill>
              </a:rPr>
              <a:t>Length of line indicates level of growth.</a:t>
            </a:r>
          </a:p>
          <a:p>
            <a:r>
              <a:rPr lang="en-US" sz="1200" dirty="0">
                <a:solidFill>
                  <a:schemeClr val="tx1"/>
                </a:solidFill>
              </a:rPr>
              <a:t>Slope of line indicates the proportional growth between GDP per capita and energy production. This is the level of economic resources that are being invested in energy production. </a:t>
            </a:r>
          </a:p>
          <a:p>
            <a:r>
              <a:rPr lang="en-US" sz="1200" dirty="0">
                <a:solidFill>
                  <a:schemeClr val="tx1"/>
                </a:solidFill>
              </a:rPr>
              <a:t># Years define length of the regression line. </a:t>
            </a:r>
          </a:p>
          <a:p>
            <a:r>
              <a:rPr lang="en-US" sz="1200" dirty="0">
                <a:solidFill>
                  <a:schemeClr val="tx1"/>
                </a:solidFill>
              </a:rPr>
              <a:t>Overall, in this graph, higher GDP per capita = higher gross energy production. </a:t>
            </a:r>
          </a:p>
        </p:txBody>
      </p:sp>
      <p:grpSp>
        <p:nvGrpSpPr>
          <p:cNvPr id="26" name="Group 25">
            <a:extLst>
              <a:ext uri="{FF2B5EF4-FFF2-40B4-BE49-F238E27FC236}">
                <a16:creationId xmlns:a16="http://schemas.microsoft.com/office/drawing/2014/main" id="{530D8B72-085C-40D5-B078-EB32B5890F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27" name="Straight Connector 26">
              <a:extLst>
                <a:ext uri="{FF2B5EF4-FFF2-40B4-BE49-F238E27FC236}">
                  <a16:creationId xmlns:a16="http://schemas.microsoft.com/office/drawing/2014/main" id="{8BE526F4-561C-4B14-B8A0-14B292A92C7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1D9C4B7A-2735-44FF-8B32-D5AF0D5F62F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4B860B95-CA81-4298-A0DA-375DD0B64D4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AA4230E9-BF07-47EF-BA54-ACBEE3D55F4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56EC3AC-73C4-4ECA-823F-BB5B4E83CF2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225842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F33B89E2-E847-4B79-AEE4-28DCD20BE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0E5778-BF61-886C-5E61-8BE2E4FCB195}"/>
              </a:ext>
            </a:extLst>
          </p:cNvPr>
          <p:cNvSpPr>
            <a:spLocks noGrp="1"/>
          </p:cNvSpPr>
          <p:nvPr>
            <p:ph type="title"/>
          </p:nvPr>
        </p:nvSpPr>
        <p:spPr>
          <a:xfrm>
            <a:off x="7532710" y="620722"/>
            <a:ext cx="3382941" cy="1142462"/>
          </a:xfrm>
        </p:spPr>
        <p:txBody>
          <a:bodyPr anchor="b">
            <a:normAutofit/>
          </a:bodyPr>
          <a:lstStyle/>
          <a:p>
            <a:r>
              <a:rPr lang="en-US" sz="2400"/>
              <a:t>Data Analysis</a:t>
            </a:r>
          </a:p>
        </p:txBody>
      </p:sp>
      <p:sp>
        <p:nvSpPr>
          <p:cNvPr id="56" name="Snip Diagonal Corner Rectangle 21">
            <a:extLst>
              <a:ext uri="{FF2B5EF4-FFF2-40B4-BE49-F238E27FC236}">
                <a16:creationId xmlns:a16="http://schemas.microsoft.com/office/drawing/2014/main" id="{24D53AC0-344E-463B-B145-F34C3400E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000" y="620722"/>
            <a:ext cx="6575496" cy="5286838"/>
          </a:xfrm>
          <a:prstGeom prst="snip2DiagRect">
            <a:avLst>
              <a:gd name="adj1" fmla="val 8741"/>
              <a:gd name="adj2" fmla="val 0"/>
            </a:avLst>
          </a:prstGeom>
          <a:solidFill>
            <a:schemeClr val="tx1"/>
          </a:solidFill>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graph with colored lines and numbers">
            <a:extLst>
              <a:ext uri="{FF2B5EF4-FFF2-40B4-BE49-F238E27FC236}">
                <a16:creationId xmlns:a16="http://schemas.microsoft.com/office/drawing/2014/main" id="{C18C4D46-2846-9318-14DD-708133C196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0808" y="1097060"/>
            <a:ext cx="5221881" cy="4334162"/>
          </a:xfrm>
          <a:prstGeom prst="rect">
            <a:avLst/>
          </a:prstGeom>
        </p:spPr>
      </p:pic>
      <p:sp>
        <p:nvSpPr>
          <p:cNvPr id="51" name="Content Placeholder 50">
            <a:extLst>
              <a:ext uri="{FF2B5EF4-FFF2-40B4-BE49-F238E27FC236}">
                <a16:creationId xmlns:a16="http://schemas.microsoft.com/office/drawing/2014/main" id="{F33F4190-4B9F-A67D-1323-67F33AF20177}"/>
              </a:ext>
            </a:extLst>
          </p:cNvPr>
          <p:cNvSpPr>
            <a:spLocks noGrp="1"/>
          </p:cNvSpPr>
          <p:nvPr>
            <p:ph idx="1"/>
          </p:nvPr>
        </p:nvSpPr>
        <p:spPr>
          <a:xfrm>
            <a:off x="7532710" y="1822449"/>
            <a:ext cx="3479419" cy="2922591"/>
          </a:xfrm>
        </p:spPr>
        <p:txBody>
          <a:bodyPr anchor="t">
            <a:normAutofit/>
          </a:bodyPr>
          <a:lstStyle/>
          <a:p>
            <a:r>
              <a:rPr lang="en-US" sz="1200" dirty="0">
                <a:solidFill>
                  <a:schemeClr val="tx1"/>
                </a:solidFill>
              </a:rPr>
              <a:t>Notice that a positive correlation still does exist for every country, but GDP per capita for Japan starts high and does not increase gross energy production. </a:t>
            </a:r>
          </a:p>
          <a:p>
            <a:r>
              <a:rPr lang="en-US" sz="1200" dirty="0">
                <a:solidFill>
                  <a:schemeClr val="tx1"/>
                </a:solidFill>
              </a:rPr>
              <a:t>Indicates that other things influence gross energy production other than GDP per capita. </a:t>
            </a:r>
          </a:p>
          <a:p>
            <a:r>
              <a:rPr lang="en-US" sz="1200" dirty="0">
                <a:solidFill>
                  <a:schemeClr val="tx1"/>
                </a:solidFill>
              </a:rPr>
              <a:t>India starts lower in energy production but surpasses Japan due to higher dedication of economic resources to gross energy production than Japan. </a:t>
            </a:r>
          </a:p>
        </p:txBody>
      </p:sp>
      <p:grpSp>
        <p:nvGrpSpPr>
          <p:cNvPr id="58" name="Group 57">
            <a:extLst>
              <a:ext uri="{FF2B5EF4-FFF2-40B4-BE49-F238E27FC236}">
                <a16:creationId xmlns:a16="http://schemas.microsoft.com/office/drawing/2014/main" id="{530D8B72-085C-40D5-B078-EB32B5890F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59" name="Straight Connector 58">
              <a:extLst>
                <a:ext uri="{FF2B5EF4-FFF2-40B4-BE49-F238E27FC236}">
                  <a16:creationId xmlns:a16="http://schemas.microsoft.com/office/drawing/2014/main" id="{8BE526F4-561C-4B14-B8A0-14B292A92C7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1D9C4B7A-2735-44FF-8B32-D5AF0D5F62F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4B860B95-CA81-4298-A0DA-375DD0B64D4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AA4230E9-BF07-47EF-BA54-ACBEE3D55F4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956EC3AC-73C4-4ECA-823F-BB5B4E83CF2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3366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F33B89E2-E847-4B79-AEE4-28DCD20BE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0E5778-BF61-886C-5E61-8BE2E4FCB195}"/>
              </a:ext>
            </a:extLst>
          </p:cNvPr>
          <p:cNvSpPr>
            <a:spLocks noGrp="1"/>
          </p:cNvSpPr>
          <p:nvPr>
            <p:ph type="title"/>
          </p:nvPr>
        </p:nvSpPr>
        <p:spPr>
          <a:xfrm>
            <a:off x="7515498" y="261561"/>
            <a:ext cx="3382941" cy="571231"/>
          </a:xfrm>
        </p:spPr>
        <p:txBody>
          <a:bodyPr anchor="b">
            <a:normAutofit/>
          </a:bodyPr>
          <a:lstStyle/>
          <a:p>
            <a:r>
              <a:rPr lang="en-US" sz="2400" dirty="0"/>
              <a:t>Data Analysis</a:t>
            </a:r>
          </a:p>
        </p:txBody>
      </p:sp>
      <p:sp>
        <p:nvSpPr>
          <p:cNvPr id="40" name="Snip Diagonal Corner Rectangle 21">
            <a:extLst>
              <a:ext uri="{FF2B5EF4-FFF2-40B4-BE49-F238E27FC236}">
                <a16:creationId xmlns:a16="http://schemas.microsoft.com/office/drawing/2014/main" id="{24D53AC0-344E-463B-B145-F34C3400E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000" y="620722"/>
            <a:ext cx="6575496" cy="5286838"/>
          </a:xfrm>
          <a:prstGeom prst="snip2DiagRect">
            <a:avLst>
              <a:gd name="adj1" fmla="val 8741"/>
              <a:gd name="adj2" fmla="val 0"/>
            </a:avLst>
          </a:prstGeom>
          <a:solidFill>
            <a:schemeClr val="tx1"/>
          </a:solidFill>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graph of the global energy production&#10;&#10;Description automatically generated with medium confidence">
            <a:extLst>
              <a:ext uri="{FF2B5EF4-FFF2-40B4-BE49-F238E27FC236}">
                <a16:creationId xmlns:a16="http://schemas.microsoft.com/office/drawing/2014/main" id="{F4631616-F7EE-13AB-0330-F0DD64B21A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4507" y="1097060"/>
            <a:ext cx="5574483" cy="4334162"/>
          </a:xfrm>
          <a:prstGeom prst="rect">
            <a:avLst/>
          </a:prstGeom>
        </p:spPr>
      </p:pic>
      <p:sp>
        <p:nvSpPr>
          <p:cNvPr id="35" name="Content Placeholder 34">
            <a:extLst>
              <a:ext uri="{FF2B5EF4-FFF2-40B4-BE49-F238E27FC236}">
                <a16:creationId xmlns:a16="http://schemas.microsoft.com/office/drawing/2014/main" id="{D25826D4-A868-CECD-C792-0A03CC046ABD}"/>
              </a:ext>
            </a:extLst>
          </p:cNvPr>
          <p:cNvSpPr>
            <a:spLocks noGrp="1"/>
          </p:cNvSpPr>
          <p:nvPr>
            <p:ph idx="1"/>
          </p:nvPr>
        </p:nvSpPr>
        <p:spPr>
          <a:xfrm>
            <a:off x="7435086" y="956676"/>
            <a:ext cx="3479419" cy="4348808"/>
          </a:xfrm>
        </p:spPr>
        <p:txBody>
          <a:bodyPr anchor="t">
            <a:normAutofit/>
          </a:bodyPr>
          <a:lstStyle/>
          <a:p>
            <a:r>
              <a:rPr lang="en-US" sz="1200" dirty="0">
                <a:solidFill>
                  <a:schemeClr val="tx1"/>
                </a:solidFill>
              </a:rPr>
              <a:t>Two anomalies exist in this plot: Ukraine and the similar GDP per capita of the  Netherlands, United Kingdom, and Germany. </a:t>
            </a:r>
          </a:p>
          <a:p>
            <a:r>
              <a:rPr lang="en-US" sz="1200" dirty="0">
                <a:solidFill>
                  <a:schemeClr val="tx1"/>
                </a:solidFill>
              </a:rPr>
              <a:t>Ukraine: The negative slope is the result of the Russian gas shut off of 2009. This left Ukraine without gas power for 13 days. The negative slope is also the result of the Russian annexation of the Crimean Peninsula in 2014 deprived Ukraine of 80% of its oil and natural gas deposits in the Black Sea. </a:t>
            </a:r>
          </a:p>
          <a:p>
            <a:r>
              <a:rPr lang="en-US" sz="1200" dirty="0">
                <a:solidFill>
                  <a:schemeClr val="tx1"/>
                </a:solidFill>
              </a:rPr>
              <a:t>Three Countries: This is evidence of a steeper slope before 1990 that got that country to their specific point in 1990. This means that the countries had significantly varying levels of dedication of economic resources to gross energy production prior to the 1990. </a:t>
            </a:r>
          </a:p>
        </p:txBody>
      </p:sp>
      <p:grpSp>
        <p:nvGrpSpPr>
          <p:cNvPr id="42" name="Group 41">
            <a:extLst>
              <a:ext uri="{FF2B5EF4-FFF2-40B4-BE49-F238E27FC236}">
                <a16:creationId xmlns:a16="http://schemas.microsoft.com/office/drawing/2014/main" id="{530D8B72-085C-40D5-B078-EB32B5890F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43" name="Straight Connector 42">
              <a:extLst>
                <a:ext uri="{FF2B5EF4-FFF2-40B4-BE49-F238E27FC236}">
                  <a16:creationId xmlns:a16="http://schemas.microsoft.com/office/drawing/2014/main" id="{8BE526F4-561C-4B14-B8A0-14B292A92C7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1D9C4B7A-2735-44FF-8B32-D5AF0D5F62F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4B860B95-CA81-4298-A0DA-375DD0B64D4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AA4230E9-BF07-47EF-BA54-ACBEE3D55F4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956EC3AC-73C4-4ECA-823F-BB5B4E83CF2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723383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ADF2543-1B6F-4FBC-A7AF-53A0430E0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4ADE3A-93E1-86FE-5D29-7F5FBEDBC661}"/>
              </a:ext>
            </a:extLst>
          </p:cNvPr>
          <p:cNvSpPr>
            <a:spLocks noGrp="1"/>
          </p:cNvSpPr>
          <p:nvPr>
            <p:ph type="title"/>
          </p:nvPr>
        </p:nvSpPr>
        <p:spPr>
          <a:xfrm>
            <a:off x="684212" y="485244"/>
            <a:ext cx="8534400" cy="1507067"/>
          </a:xfrm>
        </p:spPr>
        <p:txBody>
          <a:bodyPr>
            <a:normAutofit/>
          </a:bodyPr>
          <a:lstStyle/>
          <a:p>
            <a:r>
              <a:rPr lang="en-US" dirty="0"/>
              <a:t>Conclusions</a:t>
            </a:r>
          </a:p>
        </p:txBody>
      </p:sp>
      <p:grpSp>
        <p:nvGrpSpPr>
          <p:cNvPr id="10" name="Group 9">
            <a:extLst>
              <a:ext uri="{FF2B5EF4-FFF2-40B4-BE49-F238E27FC236}">
                <a16:creationId xmlns:a16="http://schemas.microsoft.com/office/drawing/2014/main" id="{A80A6E81-6B71-43DF-877B-E964A9A4C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id="{4E35C3AD-357F-4004-A3F3-2D4EAF34A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37B6032-0A70-4F26-A9A3-B4D60DF118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E192CE3-3DD1-448F-93BE-42983DA0D5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D3DA09-5C72-4562-BEDE-1937DF87E8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6ACA7CA-2A20-49D7-9053-E076463D79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3" name="Content Placeholder 2">
            <a:extLst>
              <a:ext uri="{FF2B5EF4-FFF2-40B4-BE49-F238E27FC236}">
                <a16:creationId xmlns:a16="http://schemas.microsoft.com/office/drawing/2014/main" id="{2538D504-C642-9503-779B-46521B3098C3}"/>
              </a:ext>
            </a:extLst>
          </p:cNvPr>
          <p:cNvSpPr>
            <a:spLocks noGrp="1"/>
          </p:cNvSpPr>
          <p:nvPr>
            <p:ph idx="1"/>
          </p:nvPr>
        </p:nvSpPr>
        <p:spPr>
          <a:xfrm>
            <a:off x="684212" y="2068511"/>
            <a:ext cx="8534400" cy="3615267"/>
          </a:xfrm>
        </p:spPr>
        <p:txBody>
          <a:bodyPr anchor="t">
            <a:normAutofit lnSpcReduction="10000"/>
          </a:bodyPr>
          <a:lstStyle/>
          <a:p>
            <a:r>
              <a:rPr lang="en-US" sz="1900" dirty="0">
                <a:solidFill>
                  <a:schemeClr val="tx1"/>
                </a:solidFill>
              </a:rPr>
              <a:t>For countries investing a significant portion of their economic resources, represented by GDP per capita, into energy production, gross energy production will be positively correlated and proportional with GDP per capita. </a:t>
            </a:r>
          </a:p>
          <a:p>
            <a:r>
              <a:rPr lang="en-US" sz="1900" dirty="0">
                <a:solidFill>
                  <a:schemeClr val="tx1"/>
                </a:solidFill>
              </a:rPr>
              <a:t>Countries can choose not to invest a significant portion of their economic resources into energy production, weakening the relationship between GDP per capita and gross energy production.</a:t>
            </a:r>
          </a:p>
          <a:p>
            <a:r>
              <a:rPr lang="en-US" sz="1900" dirty="0">
                <a:solidFill>
                  <a:schemeClr val="tx1"/>
                </a:solidFill>
              </a:rPr>
              <a:t>Factors other than GDP per capita have effects on gross energy production within a country, such as the space available for energy producing facilities and the loss or gain of territory containing materials used in the production of energy. </a:t>
            </a:r>
          </a:p>
          <a:p>
            <a:endParaRPr lang="en-US" dirty="0">
              <a:solidFill>
                <a:schemeClr val="tx1"/>
              </a:solidFill>
            </a:endParaRPr>
          </a:p>
        </p:txBody>
      </p:sp>
      <p:pic>
        <p:nvPicPr>
          <p:cNvPr id="4" name="Picture 3">
            <a:extLst>
              <a:ext uri="{FF2B5EF4-FFF2-40B4-BE49-F238E27FC236}">
                <a16:creationId xmlns:a16="http://schemas.microsoft.com/office/drawing/2014/main" id="{EAA0197E-071C-A4BE-273F-F863C4619ECA}"/>
              </a:ext>
            </a:extLst>
          </p:cNvPr>
          <p:cNvPicPr>
            <a:picLocks noChangeAspect="1"/>
          </p:cNvPicPr>
          <p:nvPr/>
        </p:nvPicPr>
        <p:blipFill rotWithShape="1">
          <a:blip r:embed="rId2">
            <a:duotone>
              <a:schemeClr val="bg2">
                <a:shade val="45000"/>
                <a:satMod val="135000"/>
              </a:schemeClr>
              <a:prstClr val="white"/>
            </a:duotone>
            <a:alphaModFix amt="15000"/>
          </a:blip>
          <a:srcRect b="25000"/>
          <a:stretch/>
        </p:blipFill>
        <p:spPr>
          <a:xfrm>
            <a:off x="20" y="-8568"/>
            <a:ext cx="12191980" cy="6856614"/>
          </a:xfrm>
          <a:prstGeom prst="rect">
            <a:avLst/>
          </a:prstGeom>
        </p:spPr>
      </p:pic>
    </p:spTree>
    <p:extLst>
      <p:ext uri="{BB962C8B-B14F-4D97-AF65-F5344CB8AC3E}">
        <p14:creationId xmlns:p14="http://schemas.microsoft.com/office/powerpoint/2010/main" val="2683632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ADF2543-1B6F-4FBC-A7AF-53A0430E0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90884A-E2B8-4B3E-8EC4-37EFF57A132E}"/>
              </a:ext>
            </a:extLst>
          </p:cNvPr>
          <p:cNvSpPr>
            <a:spLocks noGrp="1"/>
          </p:cNvSpPr>
          <p:nvPr>
            <p:ph type="title"/>
          </p:nvPr>
        </p:nvSpPr>
        <p:spPr>
          <a:xfrm>
            <a:off x="684212" y="485244"/>
            <a:ext cx="8534400" cy="1507067"/>
          </a:xfrm>
        </p:spPr>
        <p:txBody>
          <a:bodyPr>
            <a:normAutofit/>
          </a:bodyPr>
          <a:lstStyle/>
          <a:p>
            <a:r>
              <a:rPr lang="en-US" dirty="0"/>
              <a:t>Reflections</a:t>
            </a:r>
          </a:p>
        </p:txBody>
      </p:sp>
      <p:grpSp>
        <p:nvGrpSpPr>
          <p:cNvPr id="10" name="Group 9">
            <a:extLst>
              <a:ext uri="{FF2B5EF4-FFF2-40B4-BE49-F238E27FC236}">
                <a16:creationId xmlns:a16="http://schemas.microsoft.com/office/drawing/2014/main" id="{A80A6E81-6B71-43DF-877B-E964A9A4C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id="{4E35C3AD-357F-4004-A3F3-2D4EAF34A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37B6032-0A70-4F26-A9A3-B4D60DF118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E192CE3-3DD1-448F-93BE-42983DA0D5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D3DA09-5C72-4562-BEDE-1937DF87E8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6ACA7CA-2A20-49D7-9053-E076463D79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3" name="Content Placeholder 2">
            <a:extLst>
              <a:ext uri="{FF2B5EF4-FFF2-40B4-BE49-F238E27FC236}">
                <a16:creationId xmlns:a16="http://schemas.microsoft.com/office/drawing/2014/main" id="{95C1C81A-60E4-9776-865C-BB84E9E62B56}"/>
              </a:ext>
            </a:extLst>
          </p:cNvPr>
          <p:cNvSpPr>
            <a:spLocks noGrp="1"/>
          </p:cNvSpPr>
          <p:nvPr>
            <p:ph idx="1"/>
          </p:nvPr>
        </p:nvSpPr>
        <p:spPr>
          <a:xfrm>
            <a:off x="684212" y="2068511"/>
            <a:ext cx="8534400" cy="3615267"/>
          </a:xfrm>
        </p:spPr>
        <p:txBody>
          <a:bodyPr anchor="t">
            <a:normAutofit/>
          </a:bodyPr>
          <a:lstStyle/>
          <a:p>
            <a:r>
              <a:rPr lang="en-US" dirty="0">
                <a:solidFill>
                  <a:schemeClr val="tx1"/>
                </a:solidFill>
              </a:rPr>
              <a:t>Define a problem and search for a solution instead of search for only a relationship.</a:t>
            </a:r>
          </a:p>
          <a:p>
            <a:r>
              <a:rPr lang="en-US" dirty="0">
                <a:solidFill>
                  <a:schemeClr val="tx1"/>
                </a:solidFill>
              </a:rPr>
              <a:t>Work with smaller datasets</a:t>
            </a:r>
          </a:p>
          <a:p>
            <a:endParaRPr lang="en-US" dirty="0">
              <a:solidFill>
                <a:schemeClr val="tx1"/>
              </a:solidFill>
            </a:endParaRPr>
          </a:p>
        </p:txBody>
      </p:sp>
      <p:pic>
        <p:nvPicPr>
          <p:cNvPr id="5" name="Picture 4" descr="A black and white image of a face">
            <a:extLst>
              <a:ext uri="{FF2B5EF4-FFF2-40B4-BE49-F238E27FC236}">
                <a16:creationId xmlns:a16="http://schemas.microsoft.com/office/drawing/2014/main" id="{62B44F0D-5A14-79D0-5623-7637FBA026BB}"/>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aintBrush/>
                    </a14:imgEffect>
                    <a14:imgEffect>
                      <a14:sharpenSoften amount="-25000"/>
                    </a14:imgEffect>
                  </a14:imgLayer>
                </a14:imgProps>
              </a:ext>
              <a:ext uri="{28A0092B-C50C-407E-A947-70E740481C1C}">
                <a14:useLocalDpi xmlns:a14="http://schemas.microsoft.com/office/drawing/2010/main" val="0"/>
              </a:ext>
            </a:extLst>
          </a:blip>
          <a:stretch>
            <a:fillRect/>
          </a:stretch>
        </p:blipFill>
        <p:spPr>
          <a:xfrm>
            <a:off x="9286876" y="232040"/>
            <a:ext cx="2266950" cy="2667000"/>
          </a:xfrm>
          <a:prstGeom prst="rect">
            <a:avLst/>
          </a:prstGeom>
        </p:spPr>
      </p:pic>
    </p:spTree>
    <p:extLst>
      <p:ext uri="{BB962C8B-B14F-4D97-AF65-F5344CB8AC3E}">
        <p14:creationId xmlns:p14="http://schemas.microsoft.com/office/powerpoint/2010/main" val="2249558956"/>
      </p:ext>
    </p:extLst>
  </p:cSld>
  <p:clrMapOvr>
    <a:masterClrMapping/>
  </p:clrMapOvr>
</p:sld>
</file>

<file path=ppt/theme/theme1.xml><?xml version="1.0" encoding="utf-8"?>
<a:theme xmlns:a="http://schemas.openxmlformats.org/drawingml/2006/main" name="Slic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162000"/>
                <a:satMod val="200000"/>
                <a:lumMod val="124000"/>
              </a:schemeClr>
            </a:gs>
            <a:gs pos="100000">
              <a:schemeClr val="phClr">
                <a:shade val="96000"/>
                <a:hueMod val="88000"/>
                <a:satMod val="220000"/>
                <a:lumMod val="82000"/>
              </a:schemeClr>
            </a:gs>
          </a:gsLst>
          <a:lin ang="6120000" scaled="1"/>
        </a:gradFill>
        <a:gradFill rotWithShape="1">
          <a:gsLst>
            <a:gs pos="0">
              <a:schemeClr val="phClr">
                <a:tint val="97000"/>
                <a:hueMod val="142000"/>
                <a:satMod val="200000"/>
                <a:lumMod val="118000"/>
              </a:schemeClr>
            </a:gs>
            <a:gs pos="100000">
              <a:schemeClr val="phClr">
                <a:shade val="92000"/>
                <a:hueMod val="22000"/>
                <a:satMod val="220000"/>
                <a:lumMod val="62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282EB108-EDE6-4B8E-957B-D4A69BF580EA}"/>
    </a:ext>
  </a:extLst>
</a:theme>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emplate/>
  <TotalTime>775</TotalTime>
  <Words>681</Words>
  <Application>Microsoft Office PowerPoint</Application>
  <PresentationFormat>Widescreen</PresentationFormat>
  <Paragraphs>54</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Century Gothic</vt:lpstr>
      <vt:lpstr>Wingdings 3</vt:lpstr>
      <vt:lpstr>Slice</vt:lpstr>
      <vt:lpstr>Tracking Energy Production Through GDP Per Capita</vt:lpstr>
      <vt:lpstr>Description</vt:lpstr>
      <vt:lpstr>Data Sources</vt:lpstr>
      <vt:lpstr>Descriptive Model</vt:lpstr>
      <vt:lpstr>Feature Definition</vt:lpstr>
      <vt:lpstr>Methods</vt:lpstr>
      <vt:lpstr>Data Analysis</vt:lpstr>
      <vt:lpstr>Data Analysis</vt:lpstr>
      <vt:lpstr>Data Analysis</vt:lpstr>
      <vt:lpstr>Conclusions</vt:lpstr>
      <vt:lpstr>Reflections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Ethan Ericson</dc:creator>
  <cp:lastModifiedBy>Ethan Ericson</cp:lastModifiedBy>
  <cp:revision>1</cp:revision>
  <dcterms:created xsi:type="dcterms:W3CDTF">2023-09-23T03:33:05Z</dcterms:created>
  <dcterms:modified xsi:type="dcterms:W3CDTF">2023-10-13T15:17:42Z</dcterms:modified>
</cp:coreProperties>
</file>